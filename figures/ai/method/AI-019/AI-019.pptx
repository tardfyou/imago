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eba8d9b611431f" /><Relationship Type="http://schemas.openxmlformats.org/officeDocument/2006/relationships/extended-properties" Target="/docProps/app.xml" Id="R0e5d80aebbe54779" /><Relationship Type="http://schemas.openxmlformats.org/officeDocument/2006/relationships/officeDocument" Target="/ppt/presentation.xml" Id="Rfa8b50b122684b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f8d14f8f5f4c0d"/>
  </p:sldMasterIdLst>
  <p:notesMasterIdLst>
    <p:notesMasterId xmlns:r="http://schemas.openxmlformats.org/officeDocument/2006/relationships" r:id="Reae6149fe2df4f50"/>
  </p:notesMasterIdLst>
  <p:sldIdLst>
    <p:sldId xmlns:r="http://schemas.openxmlformats.org/officeDocument/2006/relationships" id="256" r:id="Rfa9b37fc99af445b"/>
  </p:sldIdLst>
  <p:sldSz cx="10429875" cy="53435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b09c9af69a4259" /><Relationship Type="http://schemas.openxmlformats.org/officeDocument/2006/relationships/slideMaster" Target="/ppt/slideMasters/slideMaster1.xml" Id="Raaf8d14f8f5f4c0d" /><Relationship Type="http://schemas.openxmlformats.org/officeDocument/2006/relationships/notesMaster" Target="/ppt/notesMasters/notesMaster1.xml" Id="Reae6149fe2df4f50" /><Relationship Type="http://schemas.openxmlformats.org/officeDocument/2006/relationships/presProps" Target="/ppt/presProps.xml" Id="R686f73eb8405498a" /><Relationship Type="http://schemas.openxmlformats.org/officeDocument/2006/relationships/tableStyles" Target="/ppt/tableStyles.xml" Id="Rea06c0582c014f64" /><Relationship Type="http://schemas.openxmlformats.org/officeDocument/2006/relationships/slide" Target="/ppt/slides/slide1.xml" Id="Rfa9b37fc99af44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0a3554deb746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2e60a6263d48da" /><Relationship Type="http://schemas.openxmlformats.org/officeDocument/2006/relationships/notesMaster" Target="/ppt/notesMasters/notesMaster1.xml" Id="Re31b37bebbe94a78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素材ID：AI-019</ns1:t>
            </ns1:r>
          </ns1:p>
          <ns1:p>
            <ns1:r>
              <ns1:t>论文：Deciphering Oracle Bone Language with Diffusion Models</ns1:t>
            </ns1:r>
          </ns1:p>
          <ns1:p>
            <ns1:r>
              <ns1:t>会议：ACL 2024</ns1:t>
            </ns1:r>
          </ns1:p>
          <ns1:p>
            <ns1:r>
              <ns1:t>奖项：Best Paper</ns1:t>
            </ns1:r>
          </ns1:p>
          <ns1:p>
            <ns1:r>
              <ns1:t>图号：Figure 5，PDF第5页</ns1:t>
            </ns1:r>
          </ns1:p>
          <ns1:p>
            <ns1:r>
              <ns1:t>类型：方法细节</ns1:t>
            </ns1:r>
          </ns1:p>
          <ns1:p>
            <ns1:r>
              <ns1:t>借鉴点：以古文字和现代字形样例解释局部patch配对、噪声预测和迭代平均；上下区分训练与推理。</ns1:t>
            </ns1:r>
          </ns1:p>
          <ns1:p>
            <ns1:r>
              <ns1:t>论文URL：https://aclanthology.org/2024.acl-long.831/</ns1:t>
            </ns1:r>
          </ns1:p>
          <ns1:p>
            <ns1:r>
              <ns1:t>官方获奖URL：https://2024.aclweb.org/program/best_papers/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ccad9ce444f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b4a326ccd3404f" /><Relationship Type="http://schemas.openxmlformats.org/officeDocument/2006/relationships/slideLayout" Target="/ppt/slideLayouts/slideLayout1.xml" Id="R6c31a6b7c6c24d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31a6b7c6c24d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67c7fb6b14a23" /><Relationship Type="http://schemas.openxmlformats.org/officeDocument/2006/relationships/image" Target="/ppt/media/image.png" Id="R0922da9ebbda410f" /><Relationship Type="http://schemas.openxmlformats.org/officeDocument/2006/relationships/image" Target="/ppt/media/image2.png" Id="R0ec80f964d2e42aa" /><Relationship Type="http://schemas.openxmlformats.org/officeDocument/2006/relationships/image" Target="/ppt/media/image3.png" Id="R7e52fb82bd94482a" /><Relationship Type="http://schemas.openxmlformats.org/officeDocument/2006/relationships/image" Target="/ppt/media/image4.png" Id="R094ae37577584e8d" /><Relationship Type="http://schemas.openxmlformats.org/officeDocument/2006/relationships/image" Target="/ppt/media/image5.png" Id="R2505b6f57752481f" /><Relationship Type="http://schemas.openxmlformats.org/officeDocument/2006/relationships/image" Target="/ppt/media/image6.png" Id="Rcd95417ea3b94740" /><Relationship Type="http://schemas.openxmlformats.org/officeDocument/2006/relationships/image" Target="/ppt/media/image7.png" Id="R2808a99cf1c44cc7" /><Relationship Type="http://schemas.openxmlformats.org/officeDocument/2006/relationships/image" Target="/ppt/media/image8.png" Id="Rd7b5255e4c264aa5" /><Relationship Type="http://schemas.openxmlformats.org/officeDocument/2006/relationships/image" Target="/ppt/media/image9.png" Id="R6eacfbb31c6d4485" /><Relationship Type="http://schemas.openxmlformats.org/officeDocument/2006/relationships/image" Target="/ppt/media/image10.png" Id="R90d9474d72f54d36" /><Relationship Type="http://schemas.openxmlformats.org/officeDocument/2006/relationships/image" Target="/ppt/media/image11.png" Id="Rd36e9a655b0a42a5" /><Relationship Type="http://schemas.openxmlformats.org/officeDocument/2006/relationships/image" Target="/ppt/media/image12.png" Id="R707ca748b5a548cd" /><Relationship Type="http://schemas.openxmlformats.org/officeDocument/2006/relationships/image" Target="/ppt/media/image13.png" Id="R6cf90e5c817246f9" /><Relationship Type="http://schemas.openxmlformats.org/officeDocument/2006/relationships/notesSlide" Target="/ppt/notesSlides/notesSlide1.xml" Id="Rdffb202123ab4a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AB014-2F09-4160-8D83-067DDBCD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6" y="0"/>
            <a:ext cx="10368168" cy="5343525"/>
          </a:xfrm>
          <a:custGeom xmlns:a="http://schemas.openxmlformats.org/drawingml/2006/main">
            <a:pathLst>
              <a:path w="10368168" h="5343525">
                <a:moveTo>
                  <a:pt x="10368168" y="0"/>
                </a:moveTo>
                <a:lnTo>
                  <a:pt x="10368168" y="5343525"/>
                </a:lnTo>
                <a:lnTo>
                  <a:pt x="0" y="5343525"/>
                </a:lnTo>
                <a:lnTo>
                  <a:pt x="0" y="0"/>
                </a:lnTo>
                <a:lnTo>
                  <a:pt x="1036816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E9F5CB-0C29-4573-BB3C-2C5A66ED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880" y="61748"/>
            <a:ext cx="9797919" cy="3777901"/>
          </a:xfrm>
          <a:custGeom xmlns:a="http://schemas.openxmlformats.org/drawingml/2006/main">
            <a:pathLst>
              <a:path w="9797919" h="3777901">
                <a:moveTo>
                  <a:pt x="0" y="3777901"/>
                </a:moveTo>
                <a:lnTo>
                  <a:pt x="0" y="0"/>
                </a:lnTo>
                <a:lnTo>
                  <a:pt x="9797919" y="0"/>
                </a:lnTo>
                <a:lnTo>
                  <a:pt x="9797919" y="3777901"/>
                </a:lnTo>
                <a:lnTo>
                  <a:pt x="0" y="3777901"/>
                </a:lnTo>
                <a:close/>
              </a:path>
            </a:pathLst>
          </a:custGeom>
          <a:solidFill xmlns:a="http://schemas.openxmlformats.org/drawingml/2006/main">
            <a:srgbClr val="FFF8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E1FBAB-0B68-452C-91A0-716FDC3E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880" y="61748"/>
            <a:ext cx="9797919" cy="3777901"/>
          </a:xfrm>
          <a:custGeom xmlns:a="http://schemas.openxmlformats.org/drawingml/2006/main">
            <a:pathLst>
              <a:path w="9797919" h="3777901" fill="none">
                <a:moveTo>
                  <a:pt x="0" y="3777901"/>
                </a:moveTo>
                <a:lnTo>
                  <a:pt x="9797919" y="3777901"/>
                </a:lnTo>
                <a:lnTo>
                  <a:pt x="9797919" y="0"/>
                </a:lnTo>
                <a:lnTo>
                  <a:pt x="0" y="0"/>
                </a:lnTo>
                <a:lnTo>
                  <a:pt x="0" y="37779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00" cap="flat">
            <a:solidFill>
              <a:srgbClr val="000000"/>
            </a:solidFill>
            <a:miter/>
          </a:ln>
        </p:spPr>
      </p:sp>
      <p:sp>
        <p:nvSpPr>
          <p:cNvPr id="4" name="Text T">
            <a:extLst xmlns:a="http://schemas.openxmlformats.org/drawingml/2006/main">
              <a:ext uri="{FF2B5EF4-FFF2-40B4-BE49-F238E27FC236}">
                <a16:creationId xmlns:a16="http://schemas.microsoft.com/office/drawing/2014/main" id="{B067218D-9CF6-48DE-8213-DB23A035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0" y="2337540"/>
            <a:ext cx="216203" cy="188116"/>
          </a:xfrm>
          <a:custGeom xmlns:a="http://schemas.openxmlformats.org/drawingml/2006/main">
            <a:pathLst>
              <a:path w="216203" h="188116">
                <a:moveTo>
                  <a:pt x="209999" y="46047"/>
                </a:moveTo>
                <a:cubicBezTo>
                  <a:pt x="208693" y="72829"/>
                  <a:pt x="204776" y="77074"/>
                  <a:pt x="180606" y="77403"/>
                </a:cubicBezTo>
                <a:lnTo>
                  <a:pt x="13715" y="77403"/>
                </a:lnTo>
                <a:lnTo>
                  <a:pt x="13715" y="59767"/>
                </a:lnTo>
                <a:cubicBezTo>
                  <a:pt x="14367" y="21877"/>
                  <a:pt x="19919" y="15020"/>
                  <a:pt x="55521" y="7834"/>
                </a:cubicBezTo>
                <a:lnTo>
                  <a:pt x="55521" y="0"/>
                </a:lnTo>
                <a:lnTo>
                  <a:pt x="0" y="1959"/>
                </a:lnTo>
                <a:lnTo>
                  <a:pt x="0" y="186158"/>
                </a:lnTo>
                <a:lnTo>
                  <a:pt x="55521" y="188116"/>
                </a:lnTo>
                <a:lnTo>
                  <a:pt x="55521" y="180282"/>
                </a:lnTo>
                <a:cubicBezTo>
                  <a:pt x="19919" y="172767"/>
                  <a:pt x="14367" y="165910"/>
                  <a:pt x="13715" y="128350"/>
                </a:cubicBezTo>
                <a:lnTo>
                  <a:pt x="13715" y="110713"/>
                </a:lnTo>
                <a:lnTo>
                  <a:pt x="177013" y="110713"/>
                </a:lnTo>
                <a:cubicBezTo>
                  <a:pt x="205100" y="111042"/>
                  <a:pt x="208369" y="113982"/>
                  <a:pt x="209999" y="141416"/>
                </a:cubicBezTo>
                <a:lnTo>
                  <a:pt x="216203" y="141416"/>
                </a:lnTo>
                <a:lnTo>
                  <a:pt x="216203" y="46047"/>
                </a:lnTo>
                <a:lnTo>
                  <a:pt x="209999" y="460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r">
            <a:extLst xmlns:a="http://schemas.openxmlformats.org/drawingml/2006/main">
              <a:ext uri="{FF2B5EF4-FFF2-40B4-BE49-F238E27FC236}">
                <a16:creationId xmlns:a16="http://schemas.microsoft.com/office/drawing/2014/main" id="{9F4F3BDA-CCB0-4F97-9D98-A54436EE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91" y="2234007"/>
            <a:ext cx="150232" cy="107778"/>
          </a:xfrm>
          <a:custGeom xmlns:a="http://schemas.openxmlformats.org/drawingml/2006/main">
            <a:pathLst>
              <a:path w="150232" h="107778">
                <a:moveTo>
                  <a:pt x="150232" y="107778"/>
                </a:moveTo>
                <a:lnTo>
                  <a:pt x="150232" y="29393"/>
                </a:lnTo>
                <a:lnTo>
                  <a:pt x="145333" y="29393"/>
                </a:lnTo>
                <a:cubicBezTo>
                  <a:pt x="144680" y="51275"/>
                  <a:pt x="140111" y="56503"/>
                  <a:pt x="120839" y="57156"/>
                </a:cubicBezTo>
                <a:lnTo>
                  <a:pt x="47358" y="57156"/>
                </a:lnTo>
                <a:cubicBezTo>
                  <a:pt x="36903" y="57156"/>
                  <a:pt x="20577" y="43436"/>
                  <a:pt x="20577" y="34291"/>
                </a:cubicBezTo>
                <a:cubicBezTo>
                  <a:pt x="20577" y="32333"/>
                  <a:pt x="22206" y="29393"/>
                  <a:pt x="25476" y="25799"/>
                </a:cubicBezTo>
                <a:cubicBezTo>
                  <a:pt x="30374" y="20901"/>
                  <a:pt x="32004" y="16984"/>
                  <a:pt x="32004" y="12738"/>
                </a:cubicBezTo>
                <a:cubicBezTo>
                  <a:pt x="32004" y="4899"/>
                  <a:pt x="26452" y="0"/>
                  <a:pt x="17308" y="0"/>
                </a:cubicBezTo>
                <a:cubicBezTo>
                  <a:pt x="6533" y="0"/>
                  <a:pt x="0" y="6857"/>
                  <a:pt x="0" y="17960"/>
                </a:cubicBezTo>
                <a:cubicBezTo>
                  <a:pt x="0" y="31680"/>
                  <a:pt x="7186" y="40825"/>
                  <a:pt x="30698" y="57156"/>
                </a:cubicBezTo>
                <a:lnTo>
                  <a:pt x="653" y="57156"/>
                </a:lnTo>
                <a:lnTo>
                  <a:pt x="0" y="58785"/>
                </a:lnTo>
                <a:cubicBezTo>
                  <a:pt x="7186" y="77074"/>
                  <a:pt x="11756" y="88835"/>
                  <a:pt x="17637" y="107125"/>
                </a:cubicBezTo>
                <a:lnTo>
                  <a:pt x="22859" y="107125"/>
                </a:lnTo>
                <a:cubicBezTo>
                  <a:pt x="21882" y="102550"/>
                  <a:pt x="21554" y="99610"/>
                  <a:pt x="21554" y="95693"/>
                </a:cubicBezTo>
                <a:cubicBezTo>
                  <a:pt x="21554" y="87530"/>
                  <a:pt x="26781" y="84590"/>
                  <a:pt x="41149" y="84590"/>
                </a:cubicBezTo>
                <a:lnTo>
                  <a:pt x="122798" y="84590"/>
                </a:lnTo>
                <a:cubicBezTo>
                  <a:pt x="139782" y="85242"/>
                  <a:pt x="141745" y="87201"/>
                  <a:pt x="145333" y="107778"/>
                </a:cubicBezTo>
                <a:lnTo>
                  <a:pt x="150232" y="1077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a">
            <a:extLst xmlns:a="http://schemas.openxmlformats.org/drawingml/2006/main">
              <a:ext uri="{FF2B5EF4-FFF2-40B4-BE49-F238E27FC236}">
                <a16:creationId xmlns:a16="http://schemas.microsoft.com/office/drawing/2014/main" id="{C7E31C6D-F894-4132-B198-B751545E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91" y="2090306"/>
            <a:ext cx="153501" cy="132272"/>
          </a:xfrm>
          <a:custGeom xmlns:a="http://schemas.openxmlformats.org/drawingml/2006/main">
            <a:pathLst>
              <a:path w="153501" h="132272">
                <a:moveTo>
                  <a:pt x="128678" y="0"/>
                </a:moveTo>
                <a:cubicBezTo>
                  <a:pt x="133253" y="5552"/>
                  <a:pt x="134883" y="9469"/>
                  <a:pt x="134883" y="14367"/>
                </a:cubicBezTo>
                <a:cubicBezTo>
                  <a:pt x="134883" y="21877"/>
                  <a:pt x="130313" y="24165"/>
                  <a:pt x="115941" y="24165"/>
                </a:cubicBezTo>
                <a:lnTo>
                  <a:pt x="52257" y="24165"/>
                </a:lnTo>
                <a:cubicBezTo>
                  <a:pt x="35273" y="24165"/>
                  <a:pt x="25799" y="25799"/>
                  <a:pt x="17960" y="30698"/>
                </a:cubicBezTo>
                <a:cubicBezTo>
                  <a:pt x="6204" y="37884"/>
                  <a:pt x="0" y="51928"/>
                  <a:pt x="0" y="71194"/>
                </a:cubicBezTo>
                <a:cubicBezTo>
                  <a:pt x="0" y="101897"/>
                  <a:pt x="16002" y="126062"/>
                  <a:pt x="36579" y="126062"/>
                </a:cubicBezTo>
                <a:cubicBezTo>
                  <a:pt x="44089" y="126062"/>
                  <a:pt x="50622" y="119858"/>
                  <a:pt x="50622" y="112019"/>
                </a:cubicBezTo>
                <a:cubicBezTo>
                  <a:pt x="50622" y="104185"/>
                  <a:pt x="44089" y="97322"/>
                  <a:pt x="36903" y="97322"/>
                </a:cubicBezTo>
                <a:cubicBezTo>
                  <a:pt x="35597" y="97322"/>
                  <a:pt x="33967" y="97651"/>
                  <a:pt x="31680" y="97975"/>
                </a:cubicBezTo>
                <a:cubicBezTo>
                  <a:pt x="28740" y="98628"/>
                  <a:pt x="26128" y="98957"/>
                  <a:pt x="23841" y="98957"/>
                </a:cubicBezTo>
                <a:cubicBezTo>
                  <a:pt x="15025" y="98957"/>
                  <a:pt x="7839" y="88507"/>
                  <a:pt x="7839" y="75440"/>
                </a:cubicBezTo>
                <a:cubicBezTo>
                  <a:pt x="7839" y="59438"/>
                  <a:pt x="17308" y="50622"/>
                  <a:pt x="34944" y="50622"/>
                </a:cubicBezTo>
                <a:lnTo>
                  <a:pt x="54868" y="50622"/>
                </a:lnTo>
                <a:cubicBezTo>
                  <a:pt x="74792" y="100592"/>
                  <a:pt x="77727" y="106467"/>
                  <a:pt x="90141" y="120510"/>
                </a:cubicBezTo>
                <a:cubicBezTo>
                  <a:pt x="96675" y="127697"/>
                  <a:pt x="107778" y="132272"/>
                  <a:pt x="118552" y="132272"/>
                </a:cubicBezTo>
                <a:cubicBezTo>
                  <a:pt x="139129" y="132271"/>
                  <a:pt x="153501" y="117899"/>
                  <a:pt x="153501" y="97975"/>
                </a:cubicBezTo>
                <a:cubicBezTo>
                  <a:pt x="153501" y="83608"/>
                  <a:pt x="146644" y="70217"/>
                  <a:pt x="129660" y="50293"/>
                </a:cubicBezTo>
                <a:cubicBezTo>
                  <a:pt x="146968" y="48659"/>
                  <a:pt x="153501" y="42783"/>
                  <a:pt x="153501" y="29393"/>
                </a:cubicBezTo>
                <a:cubicBezTo>
                  <a:pt x="153501" y="18289"/>
                  <a:pt x="149579" y="11427"/>
                  <a:pt x="137170" y="0"/>
                </a:cubicBezTo>
                <a:lnTo>
                  <a:pt x="128678" y="0"/>
                </a:lnTo>
                <a:moveTo>
                  <a:pt x="110065" y="50622"/>
                </a:moveTo>
                <a:cubicBezTo>
                  <a:pt x="119863" y="50622"/>
                  <a:pt x="123456" y="52252"/>
                  <a:pt x="127373" y="59114"/>
                </a:cubicBezTo>
                <a:cubicBezTo>
                  <a:pt x="131943" y="67277"/>
                  <a:pt x="134559" y="76093"/>
                  <a:pt x="134559" y="82955"/>
                </a:cubicBezTo>
                <a:cubicBezTo>
                  <a:pt x="134559" y="94382"/>
                  <a:pt x="123456" y="103527"/>
                  <a:pt x="109407" y="103527"/>
                </a:cubicBezTo>
                <a:lnTo>
                  <a:pt x="108102" y="103527"/>
                </a:lnTo>
                <a:cubicBezTo>
                  <a:pt x="88507" y="103203"/>
                  <a:pt x="76098" y="88831"/>
                  <a:pt x="62707" y="50622"/>
                </a:cubicBezTo>
                <a:lnTo>
                  <a:pt x="110065" y="506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i">
            <a:extLst xmlns:a="http://schemas.openxmlformats.org/drawingml/2006/main">
              <a:ext uri="{FF2B5EF4-FFF2-40B4-BE49-F238E27FC236}">
                <a16:creationId xmlns:a16="http://schemas.microsoft.com/office/drawing/2014/main" id="{7F9A2359-3E6F-4658-91B6-F63B81D4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8" y="2007022"/>
            <a:ext cx="223066" cy="77403"/>
          </a:xfrm>
          <a:custGeom xmlns:a="http://schemas.openxmlformats.org/drawingml/2006/main">
            <a:pathLst>
              <a:path w="223066" h="77403">
                <a:moveTo>
                  <a:pt x="223066" y="77403"/>
                </a:moveTo>
                <a:lnTo>
                  <a:pt x="223066" y="0"/>
                </a:lnTo>
                <a:lnTo>
                  <a:pt x="218167" y="0"/>
                </a:lnTo>
                <a:cubicBezTo>
                  <a:pt x="216537" y="21554"/>
                  <a:pt x="213597" y="23841"/>
                  <a:pt x="189756" y="24170"/>
                </a:cubicBezTo>
                <a:lnTo>
                  <a:pt x="73810" y="24170"/>
                </a:lnTo>
                <a:lnTo>
                  <a:pt x="72834" y="25476"/>
                </a:lnTo>
                <a:lnTo>
                  <a:pt x="90794" y="76098"/>
                </a:lnTo>
                <a:lnTo>
                  <a:pt x="95693" y="76098"/>
                </a:lnTo>
                <a:lnTo>
                  <a:pt x="95369" y="73481"/>
                </a:lnTo>
                <a:cubicBezTo>
                  <a:pt x="94716" y="69564"/>
                  <a:pt x="94387" y="65647"/>
                  <a:pt x="94387" y="62378"/>
                </a:cubicBezTo>
                <a:cubicBezTo>
                  <a:pt x="94387" y="54539"/>
                  <a:pt x="99615" y="51604"/>
                  <a:pt x="113982" y="51604"/>
                </a:cubicBezTo>
                <a:lnTo>
                  <a:pt x="189756" y="51604"/>
                </a:lnTo>
                <a:cubicBezTo>
                  <a:pt x="213921" y="52257"/>
                  <a:pt x="217190" y="55192"/>
                  <a:pt x="218167" y="77403"/>
                </a:cubicBezTo>
                <a:lnTo>
                  <a:pt x="223066" y="77403"/>
                </a:lnTo>
                <a:moveTo>
                  <a:pt x="0" y="40825"/>
                </a:moveTo>
                <a:cubicBezTo>
                  <a:pt x="0" y="49640"/>
                  <a:pt x="7515" y="57156"/>
                  <a:pt x="16660" y="57156"/>
                </a:cubicBezTo>
                <a:cubicBezTo>
                  <a:pt x="26128" y="57156"/>
                  <a:pt x="33315" y="49969"/>
                  <a:pt x="33315" y="40825"/>
                </a:cubicBezTo>
                <a:cubicBezTo>
                  <a:pt x="33315" y="31027"/>
                  <a:pt x="26128" y="23841"/>
                  <a:pt x="16660" y="23841"/>
                </a:cubicBezTo>
                <a:cubicBezTo>
                  <a:pt x="7186" y="23841"/>
                  <a:pt x="0" y="31351"/>
                  <a:pt x="0" y="408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n">
            <a:extLst xmlns:a="http://schemas.openxmlformats.org/drawingml/2006/main">
              <a:ext uri="{FF2B5EF4-FFF2-40B4-BE49-F238E27FC236}">
                <a16:creationId xmlns:a16="http://schemas.microsoft.com/office/drawing/2014/main" id="{DCD17D9C-E866-4536-8E62-CAB7F668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91" y="1840455"/>
            <a:ext cx="150232" cy="153177"/>
          </a:xfrm>
          <a:custGeom xmlns:a="http://schemas.openxmlformats.org/drawingml/2006/main">
            <a:pathLst>
              <a:path w="150232" h="153177">
                <a:moveTo>
                  <a:pt x="150232" y="152524"/>
                </a:moveTo>
                <a:lnTo>
                  <a:pt x="150232" y="83284"/>
                </a:lnTo>
                <a:lnTo>
                  <a:pt x="145333" y="83284"/>
                </a:lnTo>
                <a:cubicBezTo>
                  <a:pt x="144356" y="99615"/>
                  <a:pt x="140111" y="104842"/>
                  <a:pt x="128354" y="104842"/>
                </a:cubicBezTo>
                <a:lnTo>
                  <a:pt x="36579" y="104842"/>
                </a:lnTo>
                <a:cubicBezTo>
                  <a:pt x="21882" y="89164"/>
                  <a:pt x="17960" y="81978"/>
                  <a:pt x="17960" y="71199"/>
                </a:cubicBezTo>
                <a:cubicBezTo>
                  <a:pt x="17960" y="55197"/>
                  <a:pt x="28087" y="47358"/>
                  <a:pt x="49640" y="47358"/>
                </a:cubicBezTo>
                <a:lnTo>
                  <a:pt x="117899" y="47358"/>
                </a:lnTo>
                <a:cubicBezTo>
                  <a:pt x="139129" y="48011"/>
                  <a:pt x="144356" y="51933"/>
                  <a:pt x="145333" y="67935"/>
                </a:cubicBezTo>
                <a:lnTo>
                  <a:pt x="150232" y="67935"/>
                </a:lnTo>
                <a:lnTo>
                  <a:pt x="150232" y="0"/>
                </a:lnTo>
                <a:lnTo>
                  <a:pt x="145333" y="0"/>
                </a:lnTo>
                <a:cubicBezTo>
                  <a:pt x="143704" y="16007"/>
                  <a:pt x="139782" y="19600"/>
                  <a:pt x="123780" y="19924"/>
                </a:cubicBezTo>
                <a:lnTo>
                  <a:pt x="48988" y="19924"/>
                </a:lnTo>
                <a:cubicBezTo>
                  <a:pt x="18289" y="19924"/>
                  <a:pt x="0" y="34296"/>
                  <a:pt x="0" y="58461"/>
                </a:cubicBezTo>
                <a:cubicBezTo>
                  <a:pt x="0" y="73486"/>
                  <a:pt x="5552" y="83613"/>
                  <a:pt x="26452" y="105819"/>
                </a:cubicBezTo>
                <a:lnTo>
                  <a:pt x="653" y="105819"/>
                </a:lnTo>
                <a:lnTo>
                  <a:pt x="0" y="108107"/>
                </a:lnTo>
                <a:cubicBezTo>
                  <a:pt x="6204" y="125090"/>
                  <a:pt x="9798" y="136193"/>
                  <a:pt x="14696" y="153177"/>
                </a:cubicBezTo>
                <a:lnTo>
                  <a:pt x="20248" y="153177"/>
                </a:lnTo>
                <a:cubicBezTo>
                  <a:pt x="19271" y="150890"/>
                  <a:pt x="18942" y="147950"/>
                  <a:pt x="18942" y="144356"/>
                </a:cubicBezTo>
                <a:cubicBezTo>
                  <a:pt x="18942" y="135212"/>
                  <a:pt x="23841" y="132276"/>
                  <a:pt x="39843" y="132276"/>
                </a:cubicBezTo>
                <a:lnTo>
                  <a:pt x="120839" y="132276"/>
                </a:lnTo>
                <a:cubicBezTo>
                  <a:pt x="140111" y="132600"/>
                  <a:pt x="144356" y="136193"/>
                  <a:pt x="145333" y="152524"/>
                </a:cubicBezTo>
                <a:lnTo>
                  <a:pt x="150232" y="1525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i">
            <a:extLst xmlns:a="http://schemas.openxmlformats.org/drawingml/2006/main">
              <a:ext uri="{FF2B5EF4-FFF2-40B4-BE49-F238E27FC236}">
                <a16:creationId xmlns:a16="http://schemas.microsoft.com/office/drawing/2014/main" id="{F681E1E8-D49C-4FC2-AC2A-EFD56D79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8" y="1752930"/>
            <a:ext cx="223066" cy="77403"/>
          </a:xfrm>
          <a:custGeom xmlns:a="http://schemas.openxmlformats.org/drawingml/2006/main">
            <a:pathLst>
              <a:path w="223066" h="77403">
                <a:moveTo>
                  <a:pt x="223066" y="77403"/>
                </a:moveTo>
                <a:lnTo>
                  <a:pt x="223066" y="0"/>
                </a:lnTo>
                <a:lnTo>
                  <a:pt x="218167" y="0"/>
                </a:lnTo>
                <a:cubicBezTo>
                  <a:pt x="216537" y="21554"/>
                  <a:pt x="213597" y="23841"/>
                  <a:pt x="189756" y="24170"/>
                </a:cubicBezTo>
                <a:lnTo>
                  <a:pt x="73810" y="24170"/>
                </a:lnTo>
                <a:lnTo>
                  <a:pt x="72834" y="25476"/>
                </a:lnTo>
                <a:lnTo>
                  <a:pt x="90794" y="76098"/>
                </a:lnTo>
                <a:lnTo>
                  <a:pt x="95693" y="76098"/>
                </a:lnTo>
                <a:lnTo>
                  <a:pt x="95369" y="73481"/>
                </a:lnTo>
                <a:cubicBezTo>
                  <a:pt x="94716" y="69564"/>
                  <a:pt x="94387" y="65647"/>
                  <a:pt x="94387" y="62378"/>
                </a:cubicBezTo>
                <a:cubicBezTo>
                  <a:pt x="94387" y="54539"/>
                  <a:pt x="99615" y="51604"/>
                  <a:pt x="113982" y="51604"/>
                </a:cubicBezTo>
                <a:lnTo>
                  <a:pt x="189756" y="51604"/>
                </a:lnTo>
                <a:cubicBezTo>
                  <a:pt x="213921" y="52257"/>
                  <a:pt x="217190" y="55192"/>
                  <a:pt x="218167" y="77403"/>
                </a:cubicBezTo>
                <a:lnTo>
                  <a:pt x="223066" y="77403"/>
                </a:lnTo>
                <a:moveTo>
                  <a:pt x="0" y="40825"/>
                </a:moveTo>
                <a:cubicBezTo>
                  <a:pt x="0" y="49640"/>
                  <a:pt x="7515" y="57156"/>
                  <a:pt x="16660" y="57156"/>
                </a:cubicBezTo>
                <a:cubicBezTo>
                  <a:pt x="26128" y="57156"/>
                  <a:pt x="33315" y="49969"/>
                  <a:pt x="33315" y="40825"/>
                </a:cubicBezTo>
                <a:cubicBezTo>
                  <a:pt x="33315" y="31027"/>
                  <a:pt x="26128" y="23841"/>
                  <a:pt x="16660" y="23841"/>
                </a:cubicBezTo>
                <a:cubicBezTo>
                  <a:pt x="7186" y="23841"/>
                  <a:pt x="0" y="31351"/>
                  <a:pt x="0" y="408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n">
            <a:extLst xmlns:a="http://schemas.openxmlformats.org/drawingml/2006/main">
              <a:ext uri="{FF2B5EF4-FFF2-40B4-BE49-F238E27FC236}">
                <a16:creationId xmlns:a16="http://schemas.microsoft.com/office/drawing/2014/main" id="{9C7D9F49-8B4D-4B83-B440-FEBD9EAF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91" y="1586362"/>
            <a:ext cx="150232" cy="153177"/>
          </a:xfrm>
          <a:custGeom xmlns:a="http://schemas.openxmlformats.org/drawingml/2006/main">
            <a:pathLst>
              <a:path w="150232" h="153177">
                <a:moveTo>
                  <a:pt x="150232" y="152524"/>
                </a:moveTo>
                <a:lnTo>
                  <a:pt x="150232" y="83284"/>
                </a:lnTo>
                <a:lnTo>
                  <a:pt x="145333" y="83284"/>
                </a:lnTo>
                <a:cubicBezTo>
                  <a:pt x="144356" y="99615"/>
                  <a:pt x="140111" y="104842"/>
                  <a:pt x="128354" y="104842"/>
                </a:cubicBezTo>
                <a:lnTo>
                  <a:pt x="36579" y="104842"/>
                </a:lnTo>
                <a:cubicBezTo>
                  <a:pt x="21882" y="89164"/>
                  <a:pt x="17960" y="81978"/>
                  <a:pt x="17960" y="71199"/>
                </a:cubicBezTo>
                <a:cubicBezTo>
                  <a:pt x="17960" y="55197"/>
                  <a:pt x="28087" y="47358"/>
                  <a:pt x="49640" y="47358"/>
                </a:cubicBezTo>
                <a:lnTo>
                  <a:pt x="117899" y="47358"/>
                </a:lnTo>
                <a:cubicBezTo>
                  <a:pt x="139129" y="48011"/>
                  <a:pt x="144356" y="51933"/>
                  <a:pt x="145333" y="67935"/>
                </a:cubicBezTo>
                <a:lnTo>
                  <a:pt x="150232" y="67935"/>
                </a:lnTo>
                <a:lnTo>
                  <a:pt x="150232" y="0"/>
                </a:lnTo>
                <a:lnTo>
                  <a:pt x="145333" y="0"/>
                </a:lnTo>
                <a:cubicBezTo>
                  <a:pt x="143704" y="16007"/>
                  <a:pt x="139782" y="19600"/>
                  <a:pt x="123780" y="19924"/>
                </a:cubicBezTo>
                <a:lnTo>
                  <a:pt x="48988" y="19924"/>
                </a:lnTo>
                <a:cubicBezTo>
                  <a:pt x="18289" y="19924"/>
                  <a:pt x="0" y="34296"/>
                  <a:pt x="0" y="58461"/>
                </a:cubicBezTo>
                <a:cubicBezTo>
                  <a:pt x="0" y="73486"/>
                  <a:pt x="5552" y="83613"/>
                  <a:pt x="26452" y="105819"/>
                </a:cubicBezTo>
                <a:lnTo>
                  <a:pt x="653" y="105819"/>
                </a:lnTo>
                <a:lnTo>
                  <a:pt x="0" y="108107"/>
                </a:lnTo>
                <a:cubicBezTo>
                  <a:pt x="6204" y="125090"/>
                  <a:pt x="9798" y="136193"/>
                  <a:pt x="14696" y="153177"/>
                </a:cubicBezTo>
                <a:lnTo>
                  <a:pt x="20248" y="153177"/>
                </a:lnTo>
                <a:cubicBezTo>
                  <a:pt x="19271" y="150890"/>
                  <a:pt x="18942" y="147950"/>
                  <a:pt x="18942" y="144356"/>
                </a:cubicBezTo>
                <a:cubicBezTo>
                  <a:pt x="18942" y="135212"/>
                  <a:pt x="23841" y="132276"/>
                  <a:pt x="39843" y="132276"/>
                </a:cubicBezTo>
                <a:lnTo>
                  <a:pt x="120839" y="132276"/>
                </a:lnTo>
                <a:cubicBezTo>
                  <a:pt x="140111" y="132600"/>
                  <a:pt x="144356" y="136193"/>
                  <a:pt x="145333" y="152524"/>
                </a:cubicBezTo>
                <a:lnTo>
                  <a:pt x="150232" y="1525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g">
            <a:extLst xmlns:a="http://schemas.openxmlformats.org/drawingml/2006/main">
              <a:ext uri="{FF2B5EF4-FFF2-40B4-BE49-F238E27FC236}">
                <a16:creationId xmlns:a16="http://schemas.microsoft.com/office/drawing/2014/main" id="{CDE172F6-079E-4375-B850-B12B257E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91" y="1427967"/>
            <a:ext cx="221431" cy="144351"/>
          </a:xfrm>
          <a:custGeom xmlns:a="http://schemas.openxmlformats.org/drawingml/2006/main">
            <a:pathLst>
              <a:path w="221431" h="144351">
                <a:moveTo>
                  <a:pt x="23512" y="0"/>
                </a:moveTo>
                <a:lnTo>
                  <a:pt x="10779" y="0"/>
                </a:lnTo>
                <a:lnTo>
                  <a:pt x="10779" y="25147"/>
                </a:lnTo>
                <a:cubicBezTo>
                  <a:pt x="10779" y="32004"/>
                  <a:pt x="9798" y="36579"/>
                  <a:pt x="7510" y="43107"/>
                </a:cubicBezTo>
                <a:lnTo>
                  <a:pt x="4899" y="50293"/>
                </a:lnTo>
                <a:cubicBezTo>
                  <a:pt x="1635" y="58785"/>
                  <a:pt x="0" y="67930"/>
                  <a:pt x="0" y="76422"/>
                </a:cubicBezTo>
                <a:cubicBezTo>
                  <a:pt x="0" y="106796"/>
                  <a:pt x="23188" y="130966"/>
                  <a:pt x="53234" y="130966"/>
                </a:cubicBezTo>
                <a:cubicBezTo>
                  <a:pt x="73810" y="130966"/>
                  <a:pt x="86219" y="122474"/>
                  <a:pt x="96998" y="100592"/>
                </a:cubicBezTo>
                <a:lnTo>
                  <a:pt x="104837" y="109083"/>
                </a:lnTo>
                <a:cubicBezTo>
                  <a:pt x="111371" y="115941"/>
                  <a:pt x="114964" y="119858"/>
                  <a:pt x="116270" y="120839"/>
                </a:cubicBezTo>
                <a:cubicBezTo>
                  <a:pt x="123456" y="127697"/>
                  <a:pt x="127044" y="129655"/>
                  <a:pt x="132600" y="129655"/>
                </a:cubicBezTo>
                <a:cubicBezTo>
                  <a:pt x="139782" y="129655"/>
                  <a:pt x="143375" y="126062"/>
                  <a:pt x="149908" y="112348"/>
                </a:cubicBezTo>
                <a:cubicBezTo>
                  <a:pt x="166892" y="135865"/>
                  <a:pt x="177671" y="144351"/>
                  <a:pt x="189751" y="144351"/>
                </a:cubicBezTo>
                <a:cubicBezTo>
                  <a:pt x="207064" y="144351"/>
                  <a:pt x="221431" y="119205"/>
                  <a:pt x="221431" y="87854"/>
                </a:cubicBezTo>
                <a:cubicBezTo>
                  <a:pt x="221431" y="63360"/>
                  <a:pt x="212939" y="37884"/>
                  <a:pt x="199225" y="20901"/>
                </a:cubicBezTo>
                <a:cubicBezTo>
                  <a:pt x="189098" y="8487"/>
                  <a:pt x="178648" y="2935"/>
                  <a:pt x="166239" y="2935"/>
                </a:cubicBezTo>
                <a:cubicBezTo>
                  <a:pt x="145991" y="2935"/>
                  <a:pt x="132600" y="18289"/>
                  <a:pt x="131290" y="42454"/>
                </a:cubicBezTo>
                <a:lnTo>
                  <a:pt x="129331" y="84585"/>
                </a:lnTo>
                <a:cubicBezTo>
                  <a:pt x="128678" y="102221"/>
                  <a:pt x="125738" y="110060"/>
                  <a:pt x="120515" y="110060"/>
                </a:cubicBezTo>
                <a:cubicBezTo>
                  <a:pt x="113982" y="110060"/>
                  <a:pt x="102550" y="99286"/>
                  <a:pt x="99939" y="90465"/>
                </a:cubicBezTo>
                <a:cubicBezTo>
                  <a:pt x="100920" y="78709"/>
                  <a:pt x="101573" y="72505"/>
                  <a:pt x="101573" y="71847"/>
                </a:cubicBezTo>
                <a:cubicBezTo>
                  <a:pt x="101573" y="59767"/>
                  <a:pt x="96675" y="46700"/>
                  <a:pt x="87854" y="36579"/>
                </a:cubicBezTo>
                <a:cubicBezTo>
                  <a:pt x="78709" y="25799"/>
                  <a:pt x="67277" y="20901"/>
                  <a:pt x="50951" y="20901"/>
                </a:cubicBezTo>
                <a:cubicBezTo>
                  <a:pt x="41477" y="20901"/>
                  <a:pt x="33967" y="22535"/>
                  <a:pt x="23512" y="27105"/>
                </a:cubicBezTo>
                <a:lnTo>
                  <a:pt x="23512" y="0"/>
                </a:lnTo>
                <a:moveTo>
                  <a:pt x="150890" y="105490"/>
                </a:moveTo>
                <a:cubicBezTo>
                  <a:pt x="153172" y="94382"/>
                  <a:pt x="155136" y="68912"/>
                  <a:pt x="155136" y="52252"/>
                </a:cubicBezTo>
                <a:cubicBezTo>
                  <a:pt x="155136" y="22859"/>
                  <a:pt x="159382" y="12080"/>
                  <a:pt x="171138" y="12080"/>
                </a:cubicBezTo>
                <a:cubicBezTo>
                  <a:pt x="190080" y="12080"/>
                  <a:pt x="202818" y="36903"/>
                  <a:pt x="202818" y="73810"/>
                </a:cubicBezTo>
                <a:cubicBezTo>
                  <a:pt x="202818" y="102874"/>
                  <a:pt x="193344" y="121492"/>
                  <a:pt x="178977" y="121492"/>
                </a:cubicBezTo>
                <a:cubicBezTo>
                  <a:pt x="171462" y="121492"/>
                  <a:pt x="166563" y="118552"/>
                  <a:pt x="150890" y="105490"/>
                </a:cubicBezTo>
                <a:moveTo>
                  <a:pt x="39843" y="103856"/>
                </a:moveTo>
                <a:cubicBezTo>
                  <a:pt x="20577" y="103856"/>
                  <a:pt x="9145" y="94711"/>
                  <a:pt x="9145" y="79686"/>
                </a:cubicBezTo>
                <a:cubicBezTo>
                  <a:pt x="9145" y="69564"/>
                  <a:pt x="14696" y="61073"/>
                  <a:pt x="24494" y="55845"/>
                </a:cubicBezTo>
                <a:cubicBezTo>
                  <a:pt x="35926" y="49640"/>
                  <a:pt x="50622" y="46047"/>
                  <a:pt x="63684" y="46047"/>
                </a:cubicBezTo>
                <a:cubicBezTo>
                  <a:pt x="81973" y="46047"/>
                  <a:pt x="93405" y="55192"/>
                  <a:pt x="93405" y="70217"/>
                </a:cubicBezTo>
                <a:cubicBezTo>
                  <a:pt x="93405" y="90465"/>
                  <a:pt x="72176" y="103856"/>
                  <a:pt x="40825" y="103856"/>
                </a:cubicBezTo>
                <a:lnTo>
                  <a:pt x="39843" y="10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OBSInput">
            <a:extLst xmlns:a="http://schemas.openxmlformats.org/drawingml/2006/main">
              <a:ext uri="{FF2B5EF4-FFF2-40B4-BE49-F238E27FC236}">
                <a16:creationId xmlns:a16="http://schemas.microsoft.com/office/drawing/2014/main" id="{5286CEF9-E9DC-4EC5-BCC1-A1D7ADC4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3" y="2728783"/>
            <a:ext cx="1219476" cy="254618"/>
          </a:xfrm>
          <a:custGeom xmlns:a="http://schemas.openxmlformats.org/drawingml/2006/main">
            <a:pathLst>
              <a:path w="1219476" h="254618">
                <a:moveTo>
                  <a:pt x="93235" y="0"/>
                </a:moveTo>
                <a:cubicBezTo>
                  <a:pt x="38777" y="0"/>
                  <a:pt x="0" y="40774"/>
                  <a:pt x="0" y="98368"/>
                </a:cubicBezTo>
                <a:cubicBezTo>
                  <a:pt x="0" y="125168"/>
                  <a:pt x="9123" y="151403"/>
                  <a:pt x="24520" y="167653"/>
                </a:cubicBezTo>
                <a:cubicBezTo>
                  <a:pt x="41057" y="185616"/>
                  <a:pt x="66435" y="196737"/>
                  <a:pt x="91525" y="196737"/>
                </a:cubicBezTo>
                <a:cubicBezTo>
                  <a:pt x="147692" y="196737"/>
                  <a:pt x="186469" y="157102"/>
                  <a:pt x="186469" y="99508"/>
                </a:cubicBezTo>
                <a:cubicBezTo>
                  <a:pt x="186469" y="71281"/>
                  <a:pt x="178203" y="46761"/>
                  <a:pt x="162519" y="29937"/>
                </a:cubicBezTo>
                <a:cubicBezTo>
                  <a:pt x="144559" y="10263"/>
                  <a:pt x="120609" y="0"/>
                  <a:pt x="93235" y="0"/>
                </a:cubicBezTo>
                <a:moveTo>
                  <a:pt x="93235" y="10263"/>
                </a:moveTo>
                <a:cubicBezTo>
                  <a:pt x="106352" y="10263"/>
                  <a:pt x="119465" y="15397"/>
                  <a:pt x="129732" y="24520"/>
                </a:cubicBezTo>
                <a:cubicBezTo>
                  <a:pt x="145129" y="38490"/>
                  <a:pt x="153965" y="65295"/>
                  <a:pt x="153965" y="99225"/>
                </a:cubicBezTo>
                <a:cubicBezTo>
                  <a:pt x="153965" y="116045"/>
                  <a:pt x="150546" y="135719"/>
                  <a:pt x="144559" y="150546"/>
                </a:cubicBezTo>
                <a:cubicBezTo>
                  <a:pt x="141992" y="157676"/>
                  <a:pt x="137146" y="164803"/>
                  <a:pt x="130585" y="171359"/>
                </a:cubicBezTo>
                <a:cubicBezTo>
                  <a:pt x="120609" y="181340"/>
                  <a:pt x="107774" y="186473"/>
                  <a:pt x="92665" y="186473"/>
                </a:cubicBezTo>
                <a:cubicBezTo>
                  <a:pt x="79547" y="186473"/>
                  <a:pt x="66717" y="181340"/>
                  <a:pt x="56454" y="172499"/>
                </a:cubicBezTo>
                <a:cubicBezTo>
                  <a:pt x="41914" y="159386"/>
                  <a:pt x="32504" y="130589"/>
                  <a:pt x="32504" y="98938"/>
                </a:cubicBezTo>
                <a:cubicBezTo>
                  <a:pt x="32504" y="69854"/>
                  <a:pt x="40487" y="42197"/>
                  <a:pt x="52460" y="28797"/>
                </a:cubicBezTo>
                <a:cubicBezTo>
                  <a:pt x="63580" y="16537"/>
                  <a:pt x="77555" y="10263"/>
                  <a:pt x="93235" y="10263"/>
                </a:cubicBezTo>
                <a:close/>
                <a:moveTo>
                  <a:pt x="201013" y="9410"/>
                </a:moveTo>
                <a:cubicBezTo>
                  <a:pt x="224964" y="10833"/>
                  <a:pt x="228100" y="13687"/>
                  <a:pt x="228383" y="35071"/>
                </a:cubicBezTo>
                <a:lnTo>
                  <a:pt x="228383" y="161666"/>
                </a:lnTo>
                <a:cubicBezTo>
                  <a:pt x="228100" y="183050"/>
                  <a:pt x="224394" y="186473"/>
                  <a:pt x="201013" y="187326"/>
                </a:cubicBezTo>
                <a:lnTo>
                  <a:pt x="201013" y="192743"/>
                </a:lnTo>
                <a:lnTo>
                  <a:pt x="296245" y="192743"/>
                </a:lnTo>
                <a:cubicBezTo>
                  <a:pt x="318198" y="192743"/>
                  <a:pt x="338729" y="186756"/>
                  <a:pt x="349275" y="177063"/>
                </a:cubicBezTo>
                <a:cubicBezTo>
                  <a:pt x="359543" y="167940"/>
                  <a:pt x="365242" y="155110"/>
                  <a:pt x="365242" y="141422"/>
                </a:cubicBezTo>
                <a:cubicBezTo>
                  <a:pt x="365242" y="128875"/>
                  <a:pt x="360395" y="117472"/>
                  <a:pt x="351272" y="109201"/>
                </a:cubicBezTo>
                <a:cubicBezTo>
                  <a:pt x="342719" y="101505"/>
                  <a:pt x="335022" y="98086"/>
                  <a:pt x="316488" y="93522"/>
                </a:cubicBezTo>
                <a:cubicBezTo>
                  <a:pt x="331315" y="89815"/>
                  <a:pt x="337302" y="86965"/>
                  <a:pt x="344146" y="80974"/>
                </a:cubicBezTo>
                <a:cubicBezTo>
                  <a:pt x="351272" y="74705"/>
                  <a:pt x="355549" y="64438"/>
                  <a:pt x="355549" y="52465"/>
                </a:cubicBezTo>
                <a:cubicBezTo>
                  <a:pt x="355549" y="20531"/>
                  <a:pt x="329888" y="3994"/>
                  <a:pt x="280848" y="3994"/>
                </a:cubicBezTo>
                <a:lnTo>
                  <a:pt x="201013" y="3994"/>
                </a:lnTo>
                <a:lnTo>
                  <a:pt x="201013" y="9410"/>
                </a:lnTo>
                <a:moveTo>
                  <a:pt x="257467" y="99795"/>
                </a:moveTo>
                <a:cubicBezTo>
                  <a:pt x="285125" y="99795"/>
                  <a:pt x="298237" y="101505"/>
                  <a:pt x="308505" y="105782"/>
                </a:cubicBezTo>
                <a:cubicBezTo>
                  <a:pt x="324755" y="112338"/>
                  <a:pt x="332455" y="124029"/>
                  <a:pt x="332455" y="141710"/>
                </a:cubicBezTo>
                <a:cubicBezTo>
                  <a:pt x="332455" y="157102"/>
                  <a:pt x="326469" y="168222"/>
                  <a:pt x="315061" y="174783"/>
                </a:cubicBezTo>
                <a:cubicBezTo>
                  <a:pt x="305938" y="179913"/>
                  <a:pt x="294248" y="182197"/>
                  <a:pt x="275431" y="182197"/>
                </a:cubicBezTo>
                <a:cubicBezTo>
                  <a:pt x="261457" y="182197"/>
                  <a:pt x="257467" y="179630"/>
                  <a:pt x="257467" y="170507"/>
                </a:cubicBezTo>
                <a:lnTo>
                  <a:pt x="257467" y="99795"/>
                </a:lnTo>
                <a:moveTo>
                  <a:pt x="257467" y="88675"/>
                </a:moveTo>
                <a:lnTo>
                  <a:pt x="257467" y="23098"/>
                </a:lnTo>
                <a:cubicBezTo>
                  <a:pt x="257750" y="16824"/>
                  <a:pt x="258890" y="15110"/>
                  <a:pt x="263741" y="14827"/>
                </a:cubicBezTo>
                <a:lnTo>
                  <a:pt x="276284" y="14540"/>
                </a:lnTo>
                <a:cubicBezTo>
                  <a:pt x="307935" y="13687"/>
                  <a:pt x="326469" y="28227"/>
                  <a:pt x="326469" y="53604"/>
                </a:cubicBezTo>
                <a:cubicBezTo>
                  <a:pt x="326469" y="76128"/>
                  <a:pt x="311925" y="88105"/>
                  <a:pt x="284555" y="88388"/>
                </a:cubicBezTo>
                <a:lnTo>
                  <a:pt x="257467" y="88675"/>
                </a:lnTo>
                <a:close/>
                <a:moveTo>
                  <a:pt x="513793" y="0"/>
                </a:moveTo>
                <a:lnTo>
                  <a:pt x="507806" y="0"/>
                </a:lnTo>
                <a:cubicBezTo>
                  <a:pt x="506667" y="6274"/>
                  <a:pt x="503530" y="9693"/>
                  <a:pt x="498683" y="9693"/>
                </a:cubicBezTo>
                <a:cubicBezTo>
                  <a:pt x="495829" y="9693"/>
                  <a:pt x="490982" y="8553"/>
                  <a:pt x="486136" y="6274"/>
                </a:cubicBezTo>
                <a:cubicBezTo>
                  <a:pt x="475585" y="2280"/>
                  <a:pt x="465035" y="0"/>
                  <a:pt x="455629" y="0"/>
                </a:cubicBezTo>
                <a:cubicBezTo>
                  <a:pt x="443652" y="0"/>
                  <a:pt x="431109" y="4847"/>
                  <a:pt x="421698" y="13117"/>
                </a:cubicBezTo>
                <a:cubicBezTo>
                  <a:pt x="411718" y="21953"/>
                  <a:pt x="406588" y="33931"/>
                  <a:pt x="406588" y="48758"/>
                </a:cubicBezTo>
                <a:cubicBezTo>
                  <a:pt x="406588" y="71568"/>
                  <a:pt x="419131" y="87535"/>
                  <a:pt x="451065" y="104355"/>
                </a:cubicBezTo>
                <a:cubicBezTo>
                  <a:pt x="471596" y="115475"/>
                  <a:pt x="486423" y="126883"/>
                  <a:pt x="493549" y="137716"/>
                </a:cubicBezTo>
                <a:cubicBezTo>
                  <a:pt x="496116" y="141422"/>
                  <a:pt x="497543" y="147409"/>
                  <a:pt x="497543" y="154540"/>
                </a:cubicBezTo>
                <a:cubicBezTo>
                  <a:pt x="497543" y="173356"/>
                  <a:pt x="483286" y="186473"/>
                  <a:pt x="462473" y="186473"/>
                </a:cubicBezTo>
                <a:cubicBezTo>
                  <a:pt x="436808" y="186473"/>
                  <a:pt x="419131" y="170789"/>
                  <a:pt x="404874" y="136006"/>
                </a:cubicBezTo>
                <a:lnTo>
                  <a:pt x="398318" y="136006"/>
                </a:lnTo>
                <a:lnTo>
                  <a:pt x="406871" y="196450"/>
                </a:lnTo>
                <a:lnTo>
                  <a:pt x="413145" y="196450"/>
                </a:lnTo>
                <a:cubicBezTo>
                  <a:pt x="413428" y="191033"/>
                  <a:pt x="416852" y="187043"/>
                  <a:pt x="421128" y="187043"/>
                </a:cubicBezTo>
                <a:cubicBezTo>
                  <a:pt x="424265" y="187043"/>
                  <a:pt x="429112" y="188183"/>
                  <a:pt x="434528" y="190180"/>
                </a:cubicBezTo>
                <a:cubicBezTo>
                  <a:pt x="445361" y="194457"/>
                  <a:pt x="457052" y="196737"/>
                  <a:pt x="468172" y="196737"/>
                </a:cubicBezTo>
                <a:cubicBezTo>
                  <a:pt x="501250" y="196737"/>
                  <a:pt x="526340" y="174213"/>
                  <a:pt x="526340" y="144559"/>
                </a:cubicBezTo>
                <a:cubicBezTo>
                  <a:pt x="526340" y="121179"/>
                  <a:pt x="510656" y="102932"/>
                  <a:pt x="473019" y="82401"/>
                </a:cubicBezTo>
                <a:cubicBezTo>
                  <a:pt x="443082" y="66147"/>
                  <a:pt x="431109" y="53604"/>
                  <a:pt x="431109" y="37920"/>
                </a:cubicBezTo>
                <a:cubicBezTo>
                  <a:pt x="431109" y="22241"/>
                  <a:pt x="443082" y="11690"/>
                  <a:pt x="460758" y="11690"/>
                </a:cubicBezTo>
                <a:cubicBezTo>
                  <a:pt x="473593" y="11690"/>
                  <a:pt x="485566" y="17107"/>
                  <a:pt x="495546" y="27374"/>
                </a:cubicBezTo>
                <a:cubicBezTo>
                  <a:pt x="504382" y="36498"/>
                  <a:pt x="508376" y="43911"/>
                  <a:pt x="512940" y="60731"/>
                </a:cubicBezTo>
                <a:lnTo>
                  <a:pt x="520067" y="60731"/>
                </a:lnTo>
                <a:lnTo>
                  <a:pt x="513793" y="0"/>
                </a:lnTo>
                <a:close/>
                <a:moveTo>
                  <a:pt x="622425" y="192743"/>
                </a:moveTo>
                <a:lnTo>
                  <a:pt x="707106" y="192743"/>
                </a:lnTo>
                <a:lnTo>
                  <a:pt x="707106" y="187326"/>
                </a:lnTo>
                <a:cubicBezTo>
                  <a:pt x="683726" y="186756"/>
                  <a:pt x="679736" y="182767"/>
                  <a:pt x="679166" y="161666"/>
                </a:cubicBezTo>
                <a:lnTo>
                  <a:pt x="679166" y="35071"/>
                </a:lnTo>
                <a:cubicBezTo>
                  <a:pt x="679736" y="13687"/>
                  <a:pt x="683443" y="10263"/>
                  <a:pt x="707106" y="9410"/>
                </a:cubicBezTo>
                <a:lnTo>
                  <a:pt x="707106" y="3994"/>
                </a:lnTo>
                <a:lnTo>
                  <a:pt x="622425" y="3994"/>
                </a:lnTo>
                <a:lnTo>
                  <a:pt x="622425" y="9410"/>
                </a:lnTo>
                <a:cubicBezTo>
                  <a:pt x="646663" y="10833"/>
                  <a:pt x="649800" y="13687"/>
                  <a:pt x="650082" y="35071"/>
                </a:cubicBezTo>
                <a:lnTo>
                  <a:pt x="650082" y="161666"/>
                </a:lnTo>
                <a:cubicBezTo>
                  <a:pt x="649800" y="183337"/>
                  <a:pt x="646376" y="186473"/>
                  <a:pt x="622425" y="187326"/>
                </a:cubicBezTo>
                <a:lnTo>
                  <a:pt x="622425" y="192743"/>
                </a:lnTo>
                <a:close/>
                <a:moveTo>
                  <a:pt x="717372" y="192743"/>
                </a:moveTo>
                <a:lnTo>
                  <a:pt x="777820" y="192743"/>
                </a:lnTo>
                <a:lnTo>
                  <a:pt x="777820" y="188466"/>
                </a:lnTo>
                <a:cubicBezTo>
                  <a:pt x="763563" y="187613"/>
                  <a:pt x="758999" y="183907"/>
                  <a:pt x="758999" y="173643"/>
                </a:cubicBezTo>
                <a:lnTo>
                  <a:pt x="758999" y="93522"/>
                </a:lnTo>
                <a:cubicBezTo>
                  <a:pt x="772686" y="80692"/>
                  <a:pt x="778960" y="77268"/>
                  <a:pt x="788370" y="77268"/>
                </a:cubicBezTo>
                <a:cubicBezTo>
                  <a:pt x="802340" y="77268"/>
                  <a:pt x="809184" y="86108"/>
                  <a:pt x="809184" y="104925"/>
                </a:cubicBezTo>
                <a:lnTo>
                  <a:pt x="809184" y="164516"/>
                </a:lnTo>
                <a:cubicBezTo>
                  <a:pt x="808614" y="183050"/>
                  <a:pt x="805190" y="187613"/>
                  <a:pt x="791220" y="188466"/>
                </a:cubicBezTo>
                <a:lnTo>
                  <a:pt x="791220" y="192743"/>
                </a:lnTo>
                <a:lnTo>
                  <a:pt x="850528" y="192743"/>
                </a:lnTo>
                <a:lnTo>
                  <a:pt x="850528" y="188466"/>
                </a:lnTo>
                <a:cubicBezTo>
                  <a:pt x="836554" y="187043"/>
                  <a:pt x="833417" y="183619"/>
                  <a:pt x="833134" y="169649"/>
                </a:cubicBezTo>
                <a:lnTo>
                  <a:pt x="833134" y="104355"/>
                </a:lnTo>
                <a:cubicBezTo>
                  <a:pt x="833134" y="77555"/>
                  <a:pt x="820587" y="61588"/>
                  <a:pt x="799490" y="61588"/>
                </a:cubicBezTo>
                <a:cubicBezTo>
                  <a:pt x="786373" y="61588"/>
                  <a:pt x="777533" y="66435"/>
                  <a:pt x="758146" y="84681"/>
                </a:cubicBezTo>
                <a:lnTo>
                  <a:pt x="758146" y="62158"/>
                </a:lnTo>
                <a:lnTo>
                  <a:pt x="756149" y="61588"/>
                </a:lnTo>
                <a:cubicBezTo>
                  <a:pt x="741322" y="67004"/>
                  <a:pt x="731629" y="70141"/>
                  <a:pt x="716802" y="74418"/>
                </a:cubicBezTo>
                <a:lnTo>
                  <a:pt x="716802" y="79265"/>
                </a:lnTo>
                <a:cubicBezTo>
                  <a:pt x="718799" y="78412"/>
                  <a:pt x="721366" y="78125"/>
                  <a:pt x="724502" y="78125"/>
                </a:cubicBezTo>
                <a:cubicBezTo>
                  <a:pt x="732486" y="78125"/>
                  <a:pt x="735048" y="82401"/>
                  <a:pt x="735048" y="96371"/>
                </a:cubicBezTo>
                <a:lnTo>
                  <a:pt x="735048" y="167083"/>
                </a:lnTo>
                <a:cubicBezTo>
                  <a:pt x="734766" y="183907"/>
                  <a:pt x="731629" y="187613"/>
                  <a:pt x="717372" y="188466"/>
                </a:cubicBezTo>
                <a:lnTo>
                  <a:pt x="717372" y="192743"/>
                </a:lnTo>
                <a:close/>
                <a:moveTo>
                  <a:pt x="856227" y="254618"/>
                </a:moveTo>
                <a:lnTo>
                  <a:pt x="925229" y="254618"/>
                </a:lnTo>
                <a:lnTo>
                  <a:pt x="925229" y="249484"/>
                </a:lnTo>
                <a:cubicBezTo>
                  <a:pt x="903845" y="249201"/>
                  <a:pt x="900421" y="246347"/>
                  <a:pt x="900138" y="228101"/>
                </a:cubicBezTo>
                <a:lnTo>
                  <a:pt x="900138" y="183337"/>
                </a:lnTo>
                <a:cubicBezTo>
                  <a:pt x="910402" y="192743"/>
                  <a:pt x="916958" y="195597"/>
                  <a:pt x="928935" y="195597"/>
                </a:cubicBezTo>
                <a:cubicBezTo>
                  <a:pt x="962866" y="195597"/>
                  <a:pt x="988809" y="163663"/>
                  <a:pt x="988809" y="122319"/>
                </a:cubicBezTo>
                <a:cubicBezTo>
                  <a:pt x="988809" y="86965"/>
                  <a:pt x="968853" y="61588"/>
                  <a:pt x="941196" y="61588"/>
                </a:cubicBezTo>
                <a:cubicBezTo>
                  <a:pt x="925229" y="61588"/>
                  <a:pt x="912681" y="68431"/>
                  <a:pt x="900138" y="84111"/>
                </a:cubicBezTo>
                <a:lnTo>
                  <a:pt x="900138" y="62158"/>
                </a:lnTo>
                <a:lnTo>
                  <a:pt x="898429" y="61588"/>
                </a:lnTo>
                <a:cubicBezTo>
                  <a:pt x="883032" y="67574"/>
                  <a:pt x="873051" y="71281"/>
                  <a:pt x="857367" y="76128"/>
                </a:cubicBezTo>
                <a:lnTo>
                  <a:pt x="857367" y="80692"/>
                </a:lnTo>
                <a:cubicBezTo>
                  <a:pt x="859934" y="80404"/>
                  <a:pt x="861644" y="80404"/>
                  <a:pt x="864498" y="80404"/>
                </a:cubicBezTo>
                <a:cubicBezTo>
                  <a:pt x="874191" y="80404"/>
                  <a:pt x="876188" y="83259"/>
                  <a:pt x="876188" y="96659"/>
                </a:cubicBezTo>
                <a:lnTo>
                  <a:pt x="876188" y="230098"/>
                </a:lnTo>
                <a:cubicBezTo>
                  <a:pt x="876188" y="245207"/>
                  <a:pt x="873051" y="248061"/>
                  <a:pt x="856227" y="249771"/>
                </a:cubicBezTo>
                <a:lnTo>
                  <a:pt x="856227" y="254618"/>
                </a:lnTo>
                <a:moveTo>
                  <a:pt x="900138" y="97511"/>
                </a:moveTo>
                <a:cubicBezTo>
                  <a:pt x="900138" y="88958"/>
                  <a:pt x="916105" y="78695"/>
                  <a:pt x="929218" y="78695"/>
                </a:cubicBezTo>
                <a:cubicBezTo>
                  <a:pt x="950319" y="78695"/>
                  <a:pt x="964289" y="100365"/>
                  <a:pt x="964289" y="133726"/>
                </a:cubicBezTo>
                <a:cubicBezTo>
                  <a:pt x="964289" y="165086"/>
                  <a:pt x="950319" y="186473"/>
                  <a:pt x="929793" y="186473"/>
                </a:cubicBezTo>
                <a:cubicBezTo>
                  <a:pt x="916388" y="186473"/>
                  <a:pt x="900138" y="176206"/>
                  <a:pt x="900138" y="167653"/>
                </a:cubicBezTo>
                <a:lnTo>
                  <a:pt x="900138" y="97511"/>
                </a:lnTo>
                <a:close/>
                <a:moveTo>
                  <a:pt x="1133938" y="178490"/>
                </a:moveTo>
                <a:lnTo>
                  <a:pt x="1132516" y="178490"/>
                </a:lnTo>
                <a:cubicBezTo>
                  <a:pt x="1118541" y="177920"/>
                  <a:pt x="1116549" y="175636"/>
                  <a:pt x="1116262" y="162236"/>
                </a:cubicBezTo>
                <a:lnTo>
                  <a:pt x="1116262" y="64438"/>
                </a:lnTo>
                <a:lnTo>
                  <a:pt x="1071210" y="64438"/>
                </a:lnTo>
                <a:lnTo>
                  <a:pt x="1071210" y="69284"/>
                </a:lnTo>
                <a:cubicBezTo>
                  <a:pt x="1088892" y="70141"/>
                  <a:pt x="1092311" y="72991"/>
                  <a:pt x="1092311" y="87248"/>
                </a:cubicBezTo>
                <a:lnTo>
                  <a:pt x="1092311" y="154253"/>
                </a:lnTo>
                <a:cubicBezTo>
                  <a:pt x="1092311" y="162236"/>
                  <a:pt x="1090884" y="166230"/>
                  <a:pt x="1086895" y="169367"/>
                </a:cubicBezTo>
                <a:cubicBezTo>
                  <a:pt x="1079194" y="175636"/>
                  <a:pt x="1070358" y="179060"/>
                  <a:pt x="1061804" y="179060"/>
                </a:cubicBezTo>
                <a:cubicBezTo>
                  <a:pt x="1050684" y="179060"/>
                  <a:pt x="1041561" y="169367"/>
                  <a:pt x="1041561" y="157389"/>
                </a:cubicBezTo>
                <a:lnTo>
                  <a:pt x="1041561" y="64438"/>
                </a:lnTo>
                <a:lnTo>
                  <a:pt x="999929" y="64438"/>
                </a:lnTo>
                <a:lnTo>
                  <a:pt x="999929" y="68431"/>
                </a:lnTo>
                <a:cubicBezTo>
                  <a:pt x="1013334" y="69001"/>
                  <a:pt x="1017323" y="72991"/>
                  <a:pt x="1017610" y="86678"/>
                </a:cubicBezTo>
                <a:lnTo>
                  <a:pt x="1017610" y="158529"/>
                </a:lnTo>
                <a:cubicBezTo>
                  <a:pt x="1017610" y="181057"/>
                  <a:pt x="1031293" y="195597"/>
                  <a:pt x="1052107" y="195597"/>
                </a:cubicBezTo>
                <a:cubicBezTo>
                  <a:pt x="1062657" y="195597"/>
                  <a:pt x="1073777" y="191033"/>
                  <a:pt x="1081478" y="183337"/>
                </a:cubicBezTo>
                <a:lnTo>
                  <a:pt x="1093738" y="171077"/>
                </a:lnTo>
                <a:lnTo>
                  <a:pt x="1093738" y="194740"/>
                </a:lnTo>
                <a:lnTo>
                  <a:pt x="1094878" y="195310"/>
                </a:lnTo>
                <a:cubicBezTo>
                  <a:pt x="1109135" y="189610"/>
                  <a:pt x="1119398" y="186473"/>
                  <a:pt x="1133938" y="182480"/>
                </a:cubicBezTo>
                <a:lnTo>
                  <a:pt x="1133938" y="178490"/>
                </a:lnTo>
                <a:close/>
                <a:moveTo>
                  <a:pt x="1212633" y="64438"/>
                </a:moveTo>
                <a:lnTo>
                  <a:pt x="1183836" y="64438"/>
                </a:lnTo>
                <a:lnTo>
                  <a:pt x="1183836" y="31364"/>
                </a:lnTo>
                <a:cubicBezTo>
                  <a:pt x="1183836" y="28514"/>
                  <a:pt x="1183266" y="27657"/>
                  <a:pt x="1181839" y="27657"/>
                </a:cubicBezTo>
                <a:cubicBezTo>
                  <a:pt x="1165302" y="51607"/>
                  <a:pt x="1156749" y="61301"/>
                  <a:pt x="1148482" y="66147"/>
                </a:cubicBezTo>
                <a:cubicBezTo>
                  <a:pt x="1145345" y="68144"/>
                  <a:pt x="1143631" y="69854"/>
                  <a:pt x="1143631" y="71568"/>
                </a:cubicBezTo>
                <a:cubicBezTo>
                  <a:pt x="1143631" y="72421"/>
                  <a:pt x="1143918" y="72991"/>
                  <a:pt x="1144776" y="73561"/>
                </a:cubicBezTo>
                <a:lnTo>
                  <a:pt x="1159885" y="73561"/>
                </a:lnTo>
                <a:lnTo>
                  <a:pt x="1159885" y="159386"/>
                </a:lnTo>
                <a:cubicBezTo>
                  <a:pt x="1159885" y="183337"/>
                  <a:pt x="1168439" y="195597"/>
                  <a:pt x="1185263" y="195597"/>
                </a:cubicBezTo>
                <a:cubicBezTo>
                  <a:pt x="1199233" y="195597"/>
                  <a:pt x="1210066" y="188753"/>
                  <a:pt x="1219476" y="173926"/>
                </a:cubicBezTo>
                <a:lnTo>
                  <a:pt x="1215770" y="170789"/>
                </a:lnTo>
                <a:cubicBezTo>
                  <a:pt x="1209496" y="178203"/>
                  <a:pt x="1204936" y="180770"/>
                  <a:pt x="1198663" y="180770"/>
                </a:cubicBezTo>
                <a:cubicBezTo>
                  <a:pt x="1188112" y="180770"/>
                  <a:pt x="1183836" y="173073"/>
                  <a:pt x="1183836" y="155110"/>
                </a:cubicBezTo>
                <a:lnTo>
                  <a:pt x="1183836" y="73561"/>
                </a:lnTo>
                <a:lnTo>
                  <a:pt x="1212633" y="73561"/>
                </a:lnTo>
                <a:lnTo>
                  <a:pt x="1212633" y="644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෩">
            <a:extLst xmlns:a="http://schemas.openxmlformats.org/drawingml/2006/main">
              <a:ext uri="{FF2B5EF4-FFF2-40B4-BE49-F238E27FC236}">
                <a16:creationId xmlns:a16="http://schemas.microsoft.com/office/drawing/2014/main" id="{E5A574C6-1942-429A-AEB4-5A0D5D77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92" y="833886"/>
            <a:ext cx="164574" cy="36005"/>
          </a:xfrm>
          <a:custGeom xmlns:a="http://schemas.openxmlformats.org/drawingml/2006/main">
            <a:pathLst>
              <a:path w="164574" h="36005">
                <a:moveTo>
                  <a:pt x="121623" y="18003"/>
                </a:moveTo>
                <a:cubicBezTo>
                  <a:pt x="125404" y="18003"/>
                  <a:pt x="128829" y="17648"/>
                  <a:pt x="131901" y="16939"/>
                </a:cubicBezTo>
                <a:cubicBezTo>
                  <a:pt x="134972" y="16231"/>
                  <a:pt x="137854" y="15167"/>
                  <a:pt x="140547" y="13750"/>
                </a:cubicBezTo>
                <a:cubicBezTo>
                  <a:pt x="143241" y="12332"/>
                  <a:pt x="145887" y="10561"/>
                  <a:pt x="148486" y="8434"/>
                </a:cubicBezTo>
                <a:cubicBezTo>
                  <a:pt x="151084" y="6308"/>
                  <a:pt x="153848" y="3780"/>
                  <a:pt x="156778" y="850"/>
                </a:cubicBezTo>
                <a:lnTo>
                  <a:pt x="164574" y="6804"/>
                </a:lnTo>
                <a:cubicBezTo>
                  <a:pt x="160605" y="12380"/>
                  <a:pt x="156731" y="17034"/>
                  <a:pt x="152951" y="20767"/>
                </a:cubicBezTo>
                <a:cubicBezTo>
                  <a:pt x="149171" y="24500"/>
                  <a:pt x="145391" y="27500"/>
                  <a:pt x="141611" y="29768"/>
                </a:cubicBezTo>
                <a:cubicBezTo>
                  <a:pt x="137830" y="32036"/>
                  <a:pt x="133980" y="33643"/>
                  <a:pt x="130058" y="34588"/>
                </a:cubicBezTo>
                <a:cubicBezTo>
                  <a:pt x="126136" y="35533"/>
                  <a:pt x="122096" y="36005"/>
                  <a:pt x="117938" y="36005"/>
                </a:cubicBezTo>
                <a:cubicBezTo>
                  <a:pt x="114914" y="36005"/>
                  <a:pt x="111937" y="35792"/>
                  <a:pt x="109008" y="35367"/>
                </a:cubicBezTo>
                <a:cubicBezTo>
                  <a:pt x="106078" y="34942"/>
                  <a:pt x="103054" y="34304"/>
                  <a:pt x="99935" y="33454"/>
                </a:cubicBezTo>
                <a:cubicBezTo>
                  <a:pt x="96817" y="32603"/>
                  <a:pt x="93533" y="31587"/>
                  <a:pt x="90084" y="30406"/>
                </a:cubicBezTo>
                <a:cubicBezTo>
                  <a:pt x="86634" y="29225"/>
                  <a:pt x="82925" y="27831"/>
                  <a:pt x="78956" y="26224"/>
                </a:cubicBezTo>
                <a:cubicBezTo>
                  <a:pt x="71396" y="23295"/>
                  <a:pt x="64970" y="21192"/>
                  <a:pt x="59678" y="19916"/>
                </a:cubicBezTo>
                <a:cubicBezTo>
                  <a:pt x="54386" y="18640"/>
                  <a:pt x="49519" y="18003"/>
                  <a:pt x="45077" y="18003"/>
                </a:cubicBezTo>
                <a:cubicBezTo>
                  <a:pt x="41864" y="18003"/>
                  <a:pt x="38769" y="18168"/>
                  <a:pt x="35792" y="18499"/>
                </a:cubicBezTo>
                <a:cubicBezTo>
                  <a:pt x="32816" y="18829"/>
                  <a:pt x="29839" y="19562"/>
                  <a:pt x="26862" y="20696"/>
                </a:cubicBezTo>
                <a:cubicBezTo>
                  <a:pt x="23885" y="21830"/>
                  <a:pt x="20885" y="23531"/>
                  <a:pt x="17861" y="25799"/>
                </a:cubicBezTo>
                <a:cubicBezTo>
                  <a:pt x="14837" y="28067"/>
                  <a:pt x="11624" y="31138"/>
                  <a:pt x="8222" y="35013"/>
                </a:cubicBezTo>
                <a:lnTo>
                  <a:pt x="0" y="29059"/>
                </a:lnTo>
                <a:cubicBezTo>
                  <a:pt x="3497" y="23956"/>
                  <a:pt x="6969" y="19562"/>
                  <a:pt x="10419" y="15876"/>
                </a:cubicBezTo>
                <a:cubicBezTo>
                  <a:pt x="13868" y="12191"/>
                  <a:pt x="17483" y="9190"/>
                  <a:pt x="21263" y="6875"/>
                </a:cubicBezTo>
                <a:cubicBezTo>
                  <a:pt x="25043" y="4560"/>
                  <a:pt x="29059" y="2835"/>
                  <a:pt x="33312" y="1701"/>
                </a:cubicBezTo>
                <a:cubicBezTo>
                  <a:pt x="37564" y="567"/>
                  <a:pt x="42289" y="0"/>
                  <a:pt x="47487" y="0"/>
                </a:cubicBezTo>
                <a:cubicBezTo>
                  <a:pt x="50700" y="0"/>
                  <a:pt x="53724" y="189"/>
                  <a:pt x="56559" y="567"/>
                </a:cubicBezTo>
                <a:cubicBezTo>
                  <a:pt x="59394" y="945"/>
                  <a:pt x="62324" y="1512"/>
                  <a:pt x="65348" y="2268"/>
                </a:cubicBezTo>
                <a:cubicBezTo>
                  <a:pt x="68372" y="3024"/>
                  <a:pt x="71609" y="4016"/>
                  <a:pt x="75058" y="5245"/>
                </a:cubicBezTo>
                <a:cubicBezTo>
                  <a:pt x="78507" y="6473"/>
                  <a:pt x="82453" y="7938"/>
                  <a:pt x="86894" y="9639"/>
                </a:cubicBezTo>
                <a:cubicBezTo>
                  <a:pt x="91147" y="11246"/>
                  <a:pt x="94880" y="12592"/>
                  <a:pt x="98093" y="13679"/>
                </a:cubicBezTo>
                <a:cubicBezTo>
                  <a:pt x="101306" y="14766"/>
                  <a:pt x="104235" y="15640"/>
                  <a:pt x="106881" y="16302"/>
                </a:cubicBezTo>
                <a:cubicBezTo>
                  <a:pt x="109527" y="16963"/>
                  <a:pt x="112008" y="17412"/>
                  <a:pt x="114323" y="17648"/>
                </a:cubicBezTo>
                <a:cubicBezTo>
                  <a:pt x="116639" y="17884"/>
                  <a:pt x="119072" y="18003"/>
                  <a:pt x="121623" y="180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X">
            <a:extLst xmlns:a="http://schemas.openxmlformats.org/drawingml/2006/main">
              <a:ext uri="{FF2B5EF4-FFF2-40B4-BE49-F238E27FC236}">
                <a16:creationId xmlns:a16="http://schemas.microsoft.com/office/drawing/2014/main" id="{2D6F9046-5A9C-4940-8066-0EEB8510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773" y="889736"/>
            <a:ext cx="159897" cy="193492"/>
          </a:xfrm>
          <a:custGeom xmlns:a="http://schemas.openxmlformats.org/drawingml/2006/main">
            <a:pathLst>
              <a:path w="159897" h="193492">
                <a:moveTo>
                  <a:pt x="65206" y="0"/>
                </a:moveTo>
                <a:lnTo>
                  <a:pt x="65206" y="6946"/>
                </a:lnTo>
                <a:cubicBezTo>
                  <a:pt x="60670" y="7607"/>
                  <a:pt x="57410" y="8836"/>
                  <a:pt x="55425" y="10631"/>
                </a:cubicBezTo>
                <a:cubicBezTo>
                  <a:pt x="53441" y="12427"/>
                  <a:pt x="52448" y="14884"/>
                  <a:pt x="52448" y="18003"/>
                </a:cubicBezTo>
                <a:cubicBezTo>
                  <a:pt x="52448" y="20649"/>
                  <a:pt x="53346" y="23956"/>
                  <a:pt x="55142" y="27925"/>
                </a:cubicBezTo>
                <a:cubicBezTo>
                  <a:pt x="56937" y="31894"/>
                  <a:pt x="59489" y="36619"/>
                  <a:pt x="62796" y="42100"/>
                </a:cubicBezTo>
                <a:lnTo>
                  <a:pt x="83350" y="76546"/>
                </a:lnTo>
                <a:lnTo>
                  <a:pt x="103621" y="43801"/>
                </a:lnTo>
                <a:cubicBezTo>
                  <a:pt x="106645" y="38887"/>
                  <a:pt x="108913" y="34966"/>
                  <a:pt x="110425" y="32036"/>
                </a:cubicBezTo>
                <a:cubicBezTo>
                  <a:pt x="111937" y="29106"/>
                  <a:pt x="113000" y="26649"/>
                  <a:pt x="113614" y="24665"/>
                </a:cubicBezTo>
                <a:cubicBezTo>
                  <a:pt x="114229" y="22680"/>
                  <a:pt x="114536" y="20649"/>
                  <a:pt x="114536" y="18570"/>
                </a:cubicBezTo>
                <a:cubicBezTo>
                  <a:pt x="114536" y="15640"/>
                  <a:pt x="113685" y="13159"/>
                  <a:pt x="111984" y="11128"/>
                </a:cubicBezTo>
                <a:cubicBezTo>
                  <a:pt x="110283" y="9096"/>
                  <a:pt x="107448" y="7702"/>
                  <a:pt x="103479" y="6946"/>
                </a:cubicBezTo>
                <a:lnTo>
                  <a:pt x="103479" y="0"/>
                </a:lnTo>
                <a:lnTo>
                  <a:pt x="156069" y="0"/>
                </a:lnTo>
                <a:lnTo>
                  <a:pt x="156069" y="6946"/>
                </a:lnTo>
                <a:cubicBezTo>
                  <a:pt x="152573" y="8080"/>
                  <a:pt x="149431" y="9734"/>
                  <a:pt x="146643" y="11907"/>
                </a:cubicBezTo>
                <a:cubicBezTo>
                  <a:pt x="143855" y="14081"/>
                  <a:pt x="140878" y="17247"/>
                  <a:pt x="137712" y="21405"/>
                </a:cubicBezTo>
                <a:cubicBezTo>
                  <a:pt x="134547" y="25563"/>
                  <a:pt x="130034" y="32131"/>
                  <a:pt x="124175" y="41108"/>
                </a:cubicBezTo>
                <a:lnTo>
                  <a:pt x="92139" y="90721"/>
                </a:lnTo>
                <a:lnTo>
                  <a:pt x="128144" y="149974"/>
                </a:lnTo>
                <a:cubicBezTo>
                  <a:pt x="133247" y="158385"/>
                  <a:pt x="136909" y="164267"/>
                  <a:pt x="139130" y="167622"/>
                </a:cubicBezTo>
                <a:cubicBezTo>
                  <a:pt x="141351" y="170977"/>
                  <a:pt x="143430" y="173812"/>
                  <a:pt x="145367" y="176127"/>
                </a:cubicBezTo>
                <a:cubicBezTo>
                  <a:pt x="147304" y="178443"/>
                  <a:pt x="149383" y="180451"/>
                  <a:pt x="151604" y="182152"/>
                </a:cubicBezTo>
                <a:cubicBezTo>
                  <a:pt x="153825" y="183853"/>
                  <a:pt x="156589" y="185317"/>
                  <a:pt x="159897" y="186546"/>
                </a:cubicBezTo>
                <a:lnTo>
                  <a:pt x="159897" y="193492"/>
                </a:lnTo>
                <a:lnTo>
                  <a:pt x="97667" y="193492"/>
                </a:lnTo>
                <a:lnTo>
                  <a:pt x="97667" y="186546"/>
                </a:lnTo>
                <a:cubicBezTo>
                  <a:pt x="102014" y="185790"/>
                  <a:pt x="105227" y="184585"/>
                  <a:pt x="107306" y="182931"/>
                </a:cubicBezTo>
                <a:cubicBezTo>
                  <a:pt x="109386" y="181278"/>
                  <a:pt x="110425" y="178797"/>
                  <a:pt x="110425" y="175489"/>
                </a:cubicBezTo>
                <a:cubicBezTo>
                  <a:pt x="110425" y="172843"/>
                  <a:pt x="109740" y="169914"/>
                  <a:pt x="108370" y="166701"/>
                </a:cubicBezTo>
                <a:cubicBezTo>
                  <a:pt x="106999" y="163488"/>
                  <a:pt x="104897" y="159519"/>
                  <a:pt x="102062" y="154793"/>
                </a:cubicBezTo>
                <a:lnTo>
                  <a:pt x="76404" y="111984"/>
                </a:lnTo>
                <a:lnTo>
                  <a:pt x="49330" y="156353"/>
                </a:lnTo>
                <a:cubicBezTo>
                  <a:pt x="44794" y="163818"/>
                  <a:pt x="42526" y="169961"/>
                  <a:pt x="42526" y="174781"/>
                </a:cubicBezTo>
                <a:cubicBezTo>
                  <a:pt x="42526" y="177899"/>
                  <a:pt x="43376" y="180451"/>
                  <a:pt x="45077" y="182435"/>
                </a:cubicBezTo>
                <a:cubicBezTo>
                  <a:pt x="46778" y="184420"/>
                  <a:pt x="49613" y="185790"/>
                  <a:pt x="53582" y="186546"/>
                </a:cubicBezTo>
                <a:lnTo>
                  <a:pt x="53582" y="193492"/>
                </a:lnTo>
                <a:lnTo>
                  <a:pt x="0" y="193492"/>
                </a:lnTo>
                <a:lnTo>
                  <a:pt x="0" y="186546"/>
                </a:lnTo>
                <a:cubicBezTo>
                  <a:pt x="3497" y="185506"/>
                  <a:pt x="6379" y="184254"/>
                  <a:pt x="8647" y="182790"/>
                </a:cubicBezTo>
                <a:cubicBezTo>
                  <a:pt x="10915" y="181325"/>
                  <a:pt x="13088" y="179458"/>
                  <a:pt x="15167" y="177190"/>
                </a:cubicBezTo>
                <a:cubicBezTo>
                  <a:pt x="17247" y="174922"/>
                  <a:pt x="19562" y="172040"/>
                  <a:pt x="22113" y="168543"/>
                </a:cubicBezTo>
                <a:cubicBezTo>
                  <a:pt x="24665" y="165047"/>
                  <a:pt x="28728" y="158952"/>
                  <a:pt x="34304" y="150257"/>
                </a:cubicBezTo>
                <a:lnTo>
                  <a:pt x="67758" y="98093"/>
                </a:lnTo>
                <a:lnTo>
                  <a:pt x="27783" y="32320"/>
                </a:lnTo>
                <a:cubicBezTo>
                  <a:pt x="24003" y="26271"/>
                  <a:pt x="21145" y="21877"/>
                  <a:pt x="19207" y="19137"/>
                </a:cubicBezTo>
                <a:cubicBezTo>
                  <a:pt x="17270" y="16396"/>
                  <a:pt x="15475" y="14175"/>
                  <a:pt x="13821" y="12474"/>
                </a:cubicBezTo>
                <a:cubicBezTo>
                  <a:pt x="12167" y="10773"/>
                  <a:pt x="10679" y="9568"/>
                  <a:pt x="9356" y="8860"/>
                </a:cubicBezTo>
                <a:cubicBezTo>
                  <a:pt x="8033" y="8151"/>
                  <a:pt x="6521" y="7513"/>
                  <a:pt x="4820" y="6946"/>
                </a:cubicBezTo>
                <a:lnTo>
                  <a:pt x="4820" y="0"/>
                </a:lnTo>
                <a:lnTo>
                  <a:pt x="6520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6A955-DFEC-440B-B253-094F9C3E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454" y="444074"/>
            <a:ext cx="1267509" cy="2930303"/>
          </a:xfrm>
          <a:custGeom xmlns:a="http://schemas.openxmlformats.org/drawingml/2006/main">
            <a:pathLst>
              <a:path w="1267509" h="2930303">
                <a:moveTo>
                  <a:pt x="0" y="211251"/>
                </a:moveTo>
                <a:cubicBezTo>
                  <a:pt x="0" y="94610"/>
                  <a:pt x="94610" y="0"/>
                  <a:pt x="211251" y="0"/>
                </a:cubicBezTo>
                <a:lnTo>
                  <a:pt x="1056257" y="0"/>
                </a:lnTo>
                <a:cubicBezTo>
                  <a:pt x="1172899" y="0"/>
                  <a:pt x="1267509" y="94610"/>
                  <a:pt x="1267509" y="211251"/>
                </a:cubicBezTo>
                <a:lnTo>
                  <a:pt x="1267509" y="2719052"/>
                </a:lnTo>
                <a:cubicBezTo>
                  <a:pt x="1267509" y="2835694"/>
                  <a:pt x="1172899" y="2930303"/>
                  <a:pt x="1056257" y="2930303"/>
                </a:cubicBezTo>
                <a:lnTo>
                  <a:pt x="211251" y="2930303"/>
                </a:lnTo>
                <a:cubicBezTo>
                  <a:pt x="94610" y="2930303"/>
                  <a:pt x="0" y="2835694"/>
                  <a:pt x="0" y="2719052"/>
                </a:cubicBezTo>
                <a:lnTo>
                  <a:pt x="0" y="211251"/>
                </a:lnTo>
                <a:close/>
              </a:path>
            </a:pathLst>
          </a:custGeom>
          <a:solidFill xmlns:a="http://schemas.openxmlformats.org/drawingml/2006/main">
            <a:srgbClr val="FFE699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36E44-B235-44D4-84C6-C5B05DA0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454" y="444074"/>
            <a:ext cx="1267509" cy="2930303"/>
          </a:xfrm>
          <a:custGeom xmlns:a="http://schemas.openxmlformats.org/drawingml/2006/main">
            <a:pathLst>
              <a:path w="1267509" h="2930303" fill="none">
                <a:moveTo>
                  <a:pt x="0" y="211251"/>
                </a:moveTo>
                <a:cubicBezTo>
                  <a:pt x="0" y="94610"/>
                  <a:pt x="94610" y="0"/>
                  <a:pt x="211251" y="0"/>
                </a:cubicBezTo>
                <a:lnTo>
                  <a:pt x="1056257" y="0"/>
                </a:lnTo>
                <a:cubicBezTo>
                  <a:pt x="1172899" y="0"/>
                  <a:pt x="1267509" y="94610"/>
                  <a:pt x="1267509" y="211251"/>
                </a:cubicBezTo>
                <a:lnTo>
                  <a:pt x="1267509" y="2719052"/>
                </a:lnTo>
                <a:cubicBezTo>
                  <a:pt x="1267509" y="2835694"/>
                  <a:pt x="1172899" y="2930303"/>
                  <a:pt x="1056257" y="2930303"/>
                </a:cubicBezTo>
                <a:lnTo>
                  <a:pt x="211251" y="2930303"/>
                </a:lnTo>
                <a:cubicBezTo>
                  <a:pt x="94610" y="2930303"/>
                  <a:pt x="0" y="2835694"/>
                  <a:pt x="0" y="2719052"/>
                </a:cubicBezTo>
                <a:lnTo>
                  <a:pt x="0" y="2112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00" cap="flat">
            <a:solidFill>
              <a:srgbClr val="000000"/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49213C-461E-451F-BA42-FF1C9E7A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741" y="1837405"/>
            <a:ext cx="813253" cy="145802"/>
          </a:xfrm>
          <a:custGeom xmlns:a="http://schemas.openxmlformats.org/drawingml/2006/main">
            <a:pathLst>
              <a:path w="813253" h="145802">
                <a:moveTo>
                  <a:pt x="667667" y="145802"/>
                </a:moveTo>
                <a:lnTo>
                  <a:pt x="813253" y="72469"/>
                </a:lnTo>
                <a:lnTo>
                  <a:pt x="667235" y="0"/>
                </a:lnTo>
                <a:lnTo>
                  <a:pt x="667379" y="48569"/>
                </a:lnTo>
                <a:lnTo>
                  <a:pt x="0" y="50653"/>
                </a:lnTo>
                <a:lnTo>
                  <a:pt x="216" y="99254"/>
                </a:lnTo>
                <a:lnTo>
                  <a:pt x="667523" y="97169"/>
                </a:lnTo>
                <a:lnTo>
                  <a:pt x="667667" y="1458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LocalStructure">
            <a:extLst xmlns:a="http://schemas.openxmlformats.org/drawingml/2006/main">
              <a:ext uri="{FF2B5EF4-FFF2-40B4-BE49-F238E27FC236}">
                <a16:creationId xmlns:a16="http://schemas.microsoft.com/office/drawing/2014/main" id="{63BF38B0-7EB9-4B7D-AC1F-656597F3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581" y="505327"/>
            <a:ext cx="1093383" cy="123757"/>
          </a:xfrm>
          <a:custGeom xmlns:a="http://schemas.openxmlformats.org/drawingml/2006/main">
            <a:pathLst>
              <a:path w="1093383" h="123757">
                <a:moveTo>
                  <a:pt x="50070" y="3731"/>
                </a:moveTo>
                <a:lnTo>
                  <a:pt x="0" y="3731"/>
                </a:lnTo>
                <a:lnTo>
                  <a:pt x="0" y="7104"/>
                </a:lnTo>
                <a:cubicBezTo>
                  <a:pt x="12961" y="7990"/>
                  <a:pt x="15093" y="10298"/>
                  <a:pt x="15448" y="23083"/>
                </a:cubicBezTo>
                <a:lnTo>
                  <a:pt x="15448" y="101917"/>
                </a:lnTo>
                <a:cubicBezTo>
                  <a:pt x="15093" y="114702"/>
                  <a:pt x="12785" y="117187"/>
                  <a:pt x="0" y="117897"/>
                </a:cubicBezTo>
                <a:lnTo>
                  <a:pt x="0" y="121270"/>
                </a:lnTo>
                <a:lnTo>
                  <a:pt x="95524" y="121270"/>
                </a:lnTo>
                <a:lnTo>
                  <a:pt x="104047" y="90376"/>
                </a:lnTo>
                <a:lnTo>
                  <a:pt x="99609" y="90376"/>
                </a:lnTo>
                <a:cubicBezTo>
                  <a:pt x="91265" y="109021"/>
                  <a:pt x="83627" y="113635"/>
                  <a:pt x="60723" y="114348"/>
                </a:cubicBezTo>
                <a:lnTo>
                  <a:pt x="48827" y="114348"/>
                </a:lnTo>
                <a:cubicBezTo>
                  <a:pt x="35156" y="113993"/>
                  <a:pt x="33736" y="113459"/>
                  <a:pt x="33557" y="107068"/>
                </a:cubicBezTo>
                <a:lnTo>
                  <a:pt x="33557" y="23083"/>
                </a:lnTo>
                <a:cubicBezTo>
                  <a:pt x="33912" y="10122"/>
                  <a:pt x="36220" y="7814"/>
                  <a:pt x="50070" y="7104"/>
                </a:cubicBezTo>
                <a:lnTo>
                  <a:pt x="50070" y="3731"/>
                </a:lnTo>
                <a:close/>
                <a:moveTo>
                  <a:pt x="150745" y="39596"/>
                </a:moveTo>
                <a:cubicBezTo>
                  <a:pt x="127483" y="39596"/>
                  <a:pt x="111504" y="56640"/>
                  <a:pt x="111504" y="81143"/>
                </a:cubicBezTo>
                <a:cubicBezTo>
                  <a:pt x="111504" y="105290"/>
                  <a:pt x="128017" y="123047"/>
                  <a:pt x="150387" y="123047"/>
                </a:cubicBezTo>
                <a:cubicBezTo>
                  <a:pt x="172761" y="123047"/>
                  <a:pt x="189805" y="104405"/>
                  <a:pt x="189805" y="79723"/>
                </a:cubicBezTo>
                <a:cubicBezTo>
                  <a:pt x="189805" y="56285"/>
                  <a:pt x="173470" y="39596"/>
                  <a:pt x="150745" y="39596"/>
                </a:cubicBezTo>
                <a:moveTo>
                  <a:pt x="148437" y="44568"/>
                </a:moveTo>
                <a:cubicBezTo>
                  <a:pt x="163351" y="44568"/>
                  <a:pt x="173825" y="61612"/>
                  <a:pt x="173825" y="85938"/>
                </a:cubicBezTo>
                <a:cubicBezTo>
                  <a:pt x="173825" y="106179"/>
                  <a:pt x="165836" y="118076"/>
                  <a:pt x="152520" y="118076"/>
                </a:cubicBezTo>
                <a:cubicBezTo>
                  <a:pt x="145595" y="118076"/>
                  <a:pt x="139025" y="113814"/>
                  <a:pt x="135297" y="106713"/>
                </a:cubicBezTo>
                <a:cubicBezTo>
                  <a:pt x="130325" y="97480"/>
                  <a:pt x="127483" y="85049"/>
                  <a:pt x="127483" y="72443"/>
                </a:cubicBezTo>
                <a:cubicBezTo>
                  <a:pt x="127483" y="55575"/>
                  <a:pt x="135652" y="44568"/>
                  <a:pt x="148437" y="44568"/>
                </a:cubicBezTo>
                <a:close/>
                <a:moveTo>
                  <a:pt x="266688" y="93573"/>
                </a:moveTo>
                <a:cubicBezTo>
                  <a:pt x="258165" y="106000"/>
                  <a:pt x="251773" y="110262"/>
                  <a:pt x="241652" y="110262"/>
                </a:cubicBezTo>
                <a:cubicBezTo>
                  <a:pt x="225317" y="110262"/>
                  <a:pt x="214131" y="96057"/>
                  <a:pt x="214131" y="75640"/>
                </a:cubicBezTo>
                <a:cubicBezTo>
                  <a:pt x="214131" y="57174"/>
                  <a:pt x="223898" y="44744"/>
                  <a:pt x="238279" y="44744"/>
                </a:cubicBezTo>
                <a:cubicBezTo>
                  <a:pt x="244670" y="44744"/>
                  <a:pt x="246978" y="46521"/>
                  <a:pt x="248755" y="53267"/>
                </a:cubicBezTo>
                <a:lnTo>
                  <a:pt x="249820" y="57174"/>
                </a:lnTo>
                <a:cubicBezTo>
                  <a:pt x="251240" y="62324"/>
                  <a:pt x="254437" y="65342"/>
                  <a:pt x="258343" y="65342"/>
                </a:cubicBezTo>
                <a:cubicBezTo>
                  <a:pt x="262960" y="65342"/>
                  <a:pt x="266688" y="61966"/>
                  <a:pt x="266688" y="57884"/>
                </a:cubicBezTo>
                <a:cubicBezTo>
                  <a:pt x="266688" y="47941"/>
                  <a:pt x="254258" y="39596"/>
                  <a:pt x="239343" y="39596"/>
                </a:cubicBezTo>
                <a:cubicBezTo>
                  <a:pt x="230644" y="39596"/>
                  <a:pt x="221589" y="43148"/>
                  <a:pt x="214310" y="49539"/>
                </a:cubicBezTo>
                <a:cubicBezTo>
                  <a:pt x="205431" y="57350"/>
                  <a:pt x="200460" y="69425"/>
                  <a:pt x="200460" y="83630"/>
                </a:cubicBezTo>
                <a:cubicBezTo>
                  <a:pt x="200460" y="106534"/>
                  <a:pt x="214486" y="123047"/>
                  <a:pt x="234196" y="123047"/>
                </a:cubicBezTo>
                <a:cubicBezTo>
                  <a:pt x="242185" y="123047"/>
                  <a:pt x="249286" y="120205"/>
                  <a:pt x="255680" y="114702"/>
                </a:cubicBezTo>
                <a:cubicBezTo>
                  <a:pt x="260473" y="110617"/>
                  <a:pt x="263846" y="105645"/>
                  <a:pt x="269172" y="95171"/>
                </a:cubicBezTo>
                <a:lnTo>
                  <a:pt x="266688" y="93573"/>
                </a:lnTo>
                <a:close/>
                <a:moveTo>
                  <a:pt x="353333" y="109552"/>
                </a:moveTo>
                <a:cubicBezTo>
                  <a:pt x="350315" y="112039"/>
                  <a:pt x="348185" y="112925"/>
                  <a:pt x="345522" y="112925"/>
                </a:cubicBezTo>
                <a:cubicBezTo>
                  <a:pt x="341439" y="112925"/>
                  <a:pt x="340196" y="110441"/>
                  <a:pt x="340196" y="102627"/>
                </a:cubicBezTo>
                <a:lnTo>
                  <a:pt x="340196" y="68005"/>
                </a:lnTo>
                <a:cubicBezTo>
                  <a:pt x="340196" y="58772"/>
                  <a:pt x="339307" y="53622"/>
                  <a:pt x="336644" y="49360"/>
                </a:cubicBezTo>
                <a:cubicBezTo>
                  <a:pt x="332737" y="42969"/>
                  <a:pt x="325102" y="39596"/>
                  <a:pt x="314628" y="39596"/>
                </a:cubicBezTo>
                <a:cubicBezTo>
                  <a:pt x="297936" y="39596"/>
                  <a:pt x="284799" y="48295"/>
                  <a:pt x="284799" y="59482"/>
                </a:cubicBezTo>
                <a:cubicBezTo>
                  <a:pt x="284799" y="63565"/>
                  <a:pt x="288172" y="67117"/>
                  <a:pt x="292434" y="67117"/>
                </a:cubicBezTo>
                <a:cubicBezTo>
                  <a:pt x="296693" y="67117"/>
                  <a:pt x="300424" y="63565"/>
                  <a:pt x="300424" y="59658"/>
                </a:cubicBezTo>
                <a:cubicBezTo>
                  <a:pt x="300424" y="58948"/>
                  <a:pt x="300245" y="58062"/>
                  <a:pt x="300069" y="56819"/>
                </a:cubicBezTo>
                <a:cubicBezTo>
                  <a:pt x="299714" y="55220"/>
                  <a:pt x="299535" y="53801"/>
                  <a:pt x="299535" y="52557"/>
                </a:cubicBezTo>
                <a:cubicBezTo>
                  <a:pt x="299535" y="47764"/>
                  <a:pt x="305216" y="43858"/>
                  <a:pt x="312320" y="43858"/>
                </a:cubicBezTo>
                <a:cubicBezTo>
                  <a:pt x="321019" y="43858"/>
                  <a:pt x="325812" y="49005"/>
                  <a:pt x="325812" y="58593"/>
                </a:cubicBezTo>
                <a:lnTo>
                  <a:pt x="325812" y="69425"/>
                </a:lnTo>
                <a:cubicBezTo>
                  <a:pt x="298646" y="80257"/>
                  <a:pt x="295452" y="81853"/>
                  <a:pt x="287817" y="88601"/>
                </a:cubicBezTo>
                <a:cubicBezTo>
                  <a:pt x="283911" y="92153"/>
                  <a:pt x="281423" y="98189"/>
                  <a:pt x="281423" y="104047"/>
                </a:cubicBezTo>
                <a:cubicBezTo>
                  <a:pt x="281423" y="115233"/>
                  <a:pt x="289237" y="123047"/>
                  <a:pt x="300069" y="123047"/>
                </a:cubicBezTo>
                <a:cubicBezTo>
                  <a:pt x="307880" y="123047"/>
                  <a:pt x="315159" y="119319"/>
                  <a:pt x="325991" y="110086"/>
                </a:cubicBezTo>
                <a:cubicBezTo>
                  <a:pt x="326880" y="119495"/>
                  <a:pt x="330074" y="123047"/>
                  <a:pt x="337354" y="123047"/>
                </a:cubicBezTo>
                <a:cubicBezTo>
                  <a:pt x="343390" y="123047"/>
                  <a:pt x="347121" y="120915"/>
                  <a:pt x="353333" y="114169"/>
                </a:cubicBezTo>
                <a:lnTo>
                  <a:pt x="353333" y="109552"/>
                </a:lnTo>
                <a:moveTo>
                  <a:pt x="325812" y="99433"/>
                </a:moveTo>
                <a:cubicBezTo>
                  <a:pt x="325812" y="104759"/>
                  <a:pt x="324926" y="106713"/>
                  <a:pt x="321196" y="108842"/>
                </a:cubicBezTo>
                <a:cubicBezTo>
                  <a:pt x="316758" y="111327"/>
                  <a:pt x="311965" y="112749"/>
                  <a:pt x="308234" y="112749"/>
                </a:cubicBezTo>
                <a:cubicBezTo>
                  <a:pt x="302022" y="112749"/>
                  <a:pt x="297051" y="106713"/>
                  <a:pt x="297051" y="99075"/>
                </a:cubicBezTo>
                <a:lnTo>
                  <a:pt x="297051" y="98366"/>
                </a:lnTo>
                <a:cubicBezTo>
                  <a:pt x="297227" y="87713"/>
                  <a:pt x="305040" y="80967"/>
                  <a:pt x="325812" y="73687"/>
                </a:cubicBezTo>
                <a:lnTo>
                  <a:pt x="325812" y="99433"/>
                </a:lnTo>
                <a:close/>
                <a:moveTo>
                  <a:pt x="357418" y="121270"/>
                </a:moveTo>
                <a:lnTo>
                  <a:pt x="399320" y="121270"/>
                </a:lnTo>
                <a:lnTo>
                  <a:pt x="399320" y="118607"/>
                </a:lnTo>
                <a:cubicBezTo>
                  <a:pt x="388136" y="118076"/>
                  <a:pt x="386183" y="116298"/>
                  <a:pt x="386004" y="106355"/>
                </a:cubicBezTo>
                <a:lnTo>
                  <a:pt x="386004" y="355"/>
                </a:lnTo>
                <a:lnTo>
                  <a:pt x="385294" y="0"/>
                </a:lnTo>
                <a:cubicBezTo>
                  <a:pt x="376240" y="2842"/>
                  <a:pt x="369670" y="4795"/>
                  <a:pt x="357063" y="7814"/>
                </a:cubicBezTo>
                <a:lnTo>
                  <a:pt x="357063" y="10653"/>
                </a:lnTo>
                <a:lnTo>
                  <a:pt x="358128" y="10653"/>
                </a:lnTo>
                <a:cubicBezTo>
                  <a:pt x="360082" y="10477"/>
                  <a:pt x="362211" y="10298"/>
                  <a:pt x="363633" y="10298"/>
                </a:cubicBezTo>
                <a:cubicBezTo>
                  <a:pt x="369315" y="10298"/>
                  <a:pt x="371089" y="12785"/>
                  <a:pt x="371089" y="21130"/>
                </a:cubicBezTo>
                <a:lnTo>
                  <a:pt x="371089" y="105824"/>
                </a:lnTo>
                <a:cubicBezTo>
                  <a:pt x="370913" y="115412"/>
                  <a:pt x="368426" y="117897"/>
                  <a:pt x="357418" y="118607"/>
                </a:cubicBezTo>
                <a:lnTo>
                  <a:pt x="357418" y="121270"/>
                </a:lnTo>
                <a:close/>
                <a:moveTo>
                  <a:pt x="524141" y="1244"/>
                </a:moveTo>
                <a:lnTo>
                  <a:pt x="520413" y="1244"/>
                </a:lnTo>
                <a:cubicBezTo>
                  <a:pt x="519703" y="5150"/>
                  <a:pt x="517750" y="7280"/>
                  <a:pt x="514732" y="7280"/>
                </a:cubicBezTo>
                <a:cubicBezTo>
                  <a:pt x="512955" y="7280"/>
                  <a:pt x="509936" y="6570"/>
                  <a:pt x="506918" y="5150"/>
                </a:cubicBezTo>
                <a:cubicBezTo>
                  <a:pt x="500348" y="2663"/>
                  <a:pt x="493778" y="1244"/>
                  <a:pt x="487921" y="1244"/>
                </a:cubicBezTo>
                <a:cubicBezTo>
                  <a:pt x="480462" y="1244"/>
                  <a:pt x="472651" y="4262"/>
                  <a:pt x="466791" y="9412"/>
                </a:cubicBezTo>
                <a:cubicBezTo>
                  <a:pt x="460576" y="14915"/>
                  <a:pt x="457382" y="22373"/>
                  <a:pt x="457382" y="31606"/>
                </a:cubicBezTo>
                <a:cubicBezTo>
                  <a:pt x="457382" y="45811"/>
                  <a:pt x="465193" y="55754"/>
                  <a:pt x="485079" y="66228"/>
                </a:cubicBezTo>
                <a:cubicBezTo>
                  <a:pt x="497864" y="73153"/>
                  <a:pt x="507097" y="80257"/>
                  <a:pt x="511535" y="87003"/>
                </a:cubicBezTo>
                <a:cubicBezTo>
                  <a:pt x="513133" y="89311"/>
                  <a:pt x="514022" y="93039"/>
                  <a:pt x="514022" y="97480"/>
                </a:cubicBezTo>
                <a:cubicBezTo>
                  <a:pt x="514022" y="109197"/>
                  <a:pt x="505144" y="117366"/>
                  <a:pt x="492183" y="117366"/>
                </a:cubicBezTo>
                <a:cubicBezTo>
                  <a:pt x="476201" y="117366"/>
                  <a:pt x="465193" y="107599"/>
                  <a:pt x="456315" y="85938"/>
                </a:cubicBezTo>
                <a:lnTo>
                  <a:pt x="452232" y="85938"/>
                </a:lnTo>
                <a:lnTo>
                  <a:pt x="457558" y="123578"/>
                </a:lnTo>
                <a:lnTo>
                  <a:pt x="461465" y="123578"/>
                </a:lnTo>
                <a:cubicBezTo>
                  <a:pt x="461641" y="120205"/>
                  <a:pt x="463773" y="117721"/>
                  <a:pt x="466436" y="117721"/>
                </a:cubicBezTo>
                <a:cubicBezTo>
                  <a:pt x="468390" y="117721"/>
                  <a:pt x="471408" y="118430"/>
                  <a:pt x="474781" y="119674"/>
                </a:cubicBezTo>
                <a:cubicBezTo>
                  <a:pt x="481527" y="122337"/>
                  <a:pt x="488807" y="123757"/>
                  <a:pt x="495732" y="123757"/>
                </a:cubicBezTo>
                <a:cubicBezTo>
                  <a:pt x="516330" y="123757"/>
                  <a:pt x="531955" y="109731"/>
                  <a:pt x="531955" y="91265"/>
                </a:cubicBezTo>
                <a:cubicBezTo>
                  <a:pt x="531955" y="76705"/>
                  <a:pt x="522188" y="65342"/>
                  <a:pt x="498750" y="52557"/>
                </a:cubicBezTo>
                <a:cubicBezTo>
                  <a:pt x="480107" y="42435"/>
                  <a:pt x="472651" y="34625"/>
                  <a:pt x="472651" y="24858"/>
                </a:cubicBezTo>
                <a:cubicBezTo>
                  <a:pt x="472651" y="15093"/>
                  <a:pt x="480107" y="8523"/>
                  <a:pt x="491115" y="8523"/>
                </a:cubicBezTo>
                <a:cubicBezTo>
                  <a:pt x="499108" y="8523"/>
                  <a:pt x="506563" y="11896"/>
                  <a:pt x="512779" y="18290"/>
                </a:cubicBezTo>
                <a:cubicBezTo>
                  <a:pt x="518281" y="23972"/>
                  <a:pt x="520768" y="28588"/>
                  <a:pt x="523610" y="39062"/>
                </a:cubicBezTo>
                <a:lnTo>
                  <a:pt x="528048" y="39062"/>
                </a:lnTo>
                <a:lnTo>
                  <a:pt x="524141" y="1244"/>
                </a:lnTo>
                <a:close/>
                <a:moveTo>
                  <a:pt x="588771" y="41371"/>
                </a:moveTo>
                <a:lnTo>
                  <a:pt x="570838" y="41371"/>
                </a:lnTo>
                <a:lnTo>
                  <a:pt x="570838" y="20775"/>
                </a:lnTo>
                <a:cubicBezTo>
                  <a:pt x="570838" y="19000"/>
                  <a:pt x="570483" y="18466"/>
                  <a:pt x="569595" y="18466"/>
                </a:cubicBezTo>
                <a:cubicBezTo>
                  <a:pt x="559297" y="33381"/>
                  <a:pt x="553970" y="39417"/>
                  <a:pt x="548823" y="42435"/>
                </a:cubicBezTo>
                <a:cubicBezTo>
                  <a:pt x="546869" y="43679"/>
                  <a:pt x="545802" y="44744"/>
                  <a:pt x="545802" y="45811"/>
                </a:cubicBezTo>
                <a:cubicBezTo>
                  <a:pt x="545802" y="46342"/>
                  <a:pt x="545981" y="46697"/>
                  <a:pt x="546514" y="47052"/>
                </a:cubicBezTo>
                <a:lnTo>
                  <a:pt x="555924" y="47052"/>
                </a:lnTo>
                <a:lnTo>
                  <a:pt x="555924" y="100498"/>
                </a:lnTo>
                <a:cubicBezTo>
                  <a:pt x="555924" y="115412"/>
                  <a:pt x="561250" y="123047"/>
                  <a:pt x="571727" y="123047"/>
                </a:cubicBezTo>
                <a:cubicBezTo>
                  <a:pt x="580426" y="123047"/>
                  <a:pt x="587173" y="118785"/>
                  <a:pt x="593033" y="109552"/>
                </a:cubicBezTo>
                <a:lnTo>
                  <a:pt x="590724" y="107599"/>
                </a:lnTo>
                <a:cubicBezTo>
                  <a:pt x="586818" y="112215"/>
                  <a:pt x="583978" y="113814"/>
                  <a:pt x="580072" y="113814"/>
                </a:cubicBezTo>
                <a:cubicBezTo>
                  <a:pt x="573502" y="113814"/>
                  <a:pt x="570838" y="109021"/>
                  <a:pt x="570838" y="97835"/>
                </a:cubicBezTo>
                <a:lnTo>
                  <a:pt x="570838" y="47052"/>
                </a:lnTo>
                <a:lnTo>
                  <a:pt x="588771" y="47052"/>
                </a:lnTo>
                <a:lnTo>
                  <a:pt x="588771" y="41371"/>
                </a:lnTo>
                <a:close/>
                <a:moveTo>
                  <a:pt x="593743" y="121270"/>
                </a:moveTo>
                <a:lnTo>
                  <a:pt x="636357" y="121270"/>
                </a:lnTo>
                <a:lnTo>
                  <a:pt x="636357" y="118607"/>
                </a:lnTo>
                <a:cubicBezTo>
                  <a:pt x="624460" y="118252"/>
                  <a:pt x="621618" y="115767"/>
                  <a:pt x="621263" y="105290"/>
                </a:cubicBezTo>
                <a:lnTo>
                  <a:pt x="621263" y="65342"/>
                </a:lnTo>
                <a:cubicBezTo>
                  <a:pt x="621263" y="59658"/>
                  <a:pt x="628722" y="50783"/>
                  <a:pt x="633693" y="50783"/>
                </a:cubicBezTo>
                <a:cubicBezTo>
                  <a:pt x="634758" y="50783"/>
                  <a:pt x="636357" y="51669"/>
                  <a:pt x="638310" y="53446"/>
                </a:cubicBezTo>
                <a:cubicBezTo>
                  <a:pt x="640973" y="56109"/>
                  <a:pt x="643103" y="56995"/>
                  <a:pt x="645411" y="56995"/>
                </a:cubicBezTo>
                <a:cubicBezTo>
                  <a:pt x="649673" y="56995"/>
                  <a:pt x="652336" y="53977"/>
                  <a:pt x="652336" y="49005"/>
                </a:cubicBezTo>
                <a:cubicBezTo>
                  <a:pt x="652336" y="43148"/>
                  <a:pt x="648608" y="39596"/>
                  <a:pt x="642572" y="39596"/>
                </a:cubicBezTo>
                <a:cubicBezTo>
                  <a:pt x="635113" y="39596"/>
                  <a:pt x="630142" y="43503"/>
                  <a:pt x="621263" y="56285"/>
                </a:cubicBezTo>
                <a:lnTo>
                  <a:pt x="621263" y="39951"/>
                </a:lnTo>
                <a:lnTo>
                  <a:pt x="620377" y="39596"/>
                </a:lnTo>
                <a:cubicBezTo>
                  <a:pt x="610434" y="43503"/>
                  <a:pt x="604040" y="45987"/>
                  <a:pt x="594097" y="49184"/>
                </a:cubicBezTo>
                <a:lnTo>
                  <a:pt x="594097" y="52023"/>
                </a:lnTo>
                <a:cubicBezTo>
                  <a:pt x="596585" y="51492"/>
                  <a:pt x="598183" y="51314"/>
                  <a:pt x="600313" y="51314"/>
                </a:cubicBezTo>
                <a:cubicBezTo>
                  <a:pt x="604750" y="51314"/>
                  <a:pt x="606349" y="54156"/>
                  <a:pt x="606349" y="61966"/>
                </a:cubicBezTo>
                <a:lnTo>
                  <a:pt x="606349" y="106355"/>
                </a:lnTo>
                <a:cubicBezTo>
                  <a:pt x="605994" y="115588"/>
                  <a:pt x="604929" y="116656"/>
                  <a:pt x="593743" y="118607"/>
                </a:cubicBezTo>
                <a:lnTo>
                  <a:pt x="593743" y="121270"/>
                </a:lnTo>
                <a:close/>
                <a:moveTo>
                  <a:pt x="737029" y="112394"/>
                </a:moveTo>
                <a:lnTo>
                  <a:pt x="736143" y="112394"/>
                </a:lnTo>
                <a:cubicBezTo>
                  <a:pt x="727441" y="112039"/>
                  <a:pt x="726200" y="110617"/>
                  <a:pt x="726021" y="102272"/>
                </a:cubicBezTo>
                <a:lnTo>
                  <a:pt x="726021" y="41371"/>
                </a:lnTo>
                <a:lnTo>
                  <a:pt x="697967" y="41371"/>
                </a:lnTo>
                <a:lnTo>
                  <a:pt x="697967" y="44389"/>
                </a:lnTo>
                <a:cubicBezTo>
                  <a:pt x="708977" y="44922"/>
                  <a:pt x="711107" y="46697"/>
                  <a:pt x="711107" y="55575"/>
                </a:cubicBezTo>
                <a:lnTo>
                  <a:pt x="711107" y="97301"/>
                </a:lnTo>
                <a:cubicBezTo>
                  <a:pt x="711107" y="102272"/>
                  <a:pt x="710218" y="104759"/>
                  <a:pt x="707734" y="106713"/>
                </a:cubicBezTo>
                <a:cubicBezTo>
                  <a:pt x="702938" y="110617"/>
                  <a:pt x="697436" y="112749"/>
                  <a:pt x="692109" y="112749"/>
                </a:cubicBezTo>
                <a:cubicBezTo>
                  <a:pt x="685184" y="112749"/>
                  <a:pt x="679503" y="106713"/>
                  <a:pt x="679503" y="99254"/>
                </a:cubicBezTo>
                <a:lnTo>
                  <a:pt x="679503" y="41371"/>
                </a:lnTo>
                <a:lnTo>
                  <a:pt x="653578" y="41371"/>
                </a:lnTo>
                <a:lnTo>
                  <a:pt x="653578" y="43858"/>
                </a:lnTo>
                <a:cubicBezTo>
                  <a:pt x="661925" y="44213"/>
                  <a:pt x="664410" y="46697"/>
                  <a:pt x="664588" y="55220"/>
                </a:cubicBezTo>
                <a:lnTo>
                  <a:pt x="664588" y="99964"/>
                </a:lnTo>
                <a:cubicBezTo>
                  <a:pt x="664588" y="113993"/>
                  <a:pt x="673109" y="123047"/>
                  <a:pt x="686070" y="123047"/>
                </a:cubicBezTo>
                <a:cubicBezTo>
                  <a:pt x="692640" y="123047"/>
                  <a:pt x="699565" y="120205"/>
                  <a:pt x="704361" y="115412"/>
                </a:cubicBezTo>
                <a:lnTo>
                  <a:pt x="711995" y="107778"/>
                </a:lnTo>
                <a:lnTo>
                  <a:pt x="711995" y="122513"/>
                </a:lnTo>
                <a:lnTo>
                  <a:pt x="712705" y="122868"/>
                </a:lnTo>
                <a:cubicBezTo>
                  <a:pt x="721583" y="119319"/>
                  <a:pt x="727975" y="117366"/>
                  <a:pt x="737029" y="114879"/>
                </a:cubicBezTo>
                <a:lnTo>
                  <a:pt x="737029" y="112394"/>
                </a:lnTo>
                <a:close/>
                <a:moveTo>
                  <a:pt x="812136" y="93573"/>
                </a:moveTo>
                <a:cubicBezTo>
                  <a:pt x="803612" y="106000"/>
                  <a:pt x="797221" y="110262"/>
                  <a:pt x="787099" y="110262"/>
                </a:cubicBezTo>
                <a:cubicBezTo>
                  <a:pt x="770765" y="110262"/>
                  <a:pt x="759579" y="96057"/>
                  <a:pt x="759579" y="75640"/>
                </a:cubicBezTo>
                <a:cubicBezTo>
                  <a:pt x="759579" y="57174"/>
                  <a:pt x="769345" y="44744"/>
                  <a:pt x="783726" y="44744"/>
                </a:cubicBezTo>
                <a:cubicBezTo>
                  <a:pt x="790117" y="44744"/>
                  <a:pt x="792426" y="46521"/>
                  <a:pt x="794203" y="53267"/>
                </a:cubicBezTo>
                <a:lnTo>
                  <a:pt x="795268" y="57174"/>
                </a:lnTo>
                <a:cubicBezTo>
                  <a:pt x="796687" y="62324"/>
                  <a:pt x="799884" y="65342"/>
                  <a:pt x="803791" y="65342"/>
                </a:cubicBezTo>
                <a:cubicBezTo>
                  <a:pt x="808408" y="65342"/>
                  <a:pt x="812136" y="61966"/>
                  <a:pt x="812136" y="57884"/>
                </a:cubicBezTo>
                <a:cubicBezTo>
                  <a:pt x="812136" y="47941"/>
                  <a:pt x="799706" y="39596"/>
                  <a:pt x="784791" y="39596"/>
                </a:cubicBezTo>
                <a:cubicBezTo>
                  <a:pt x="776092" y="39596"/>
                  <a:pt x="767037" y="43148"/>
                  <a:pt x="759757" y="49539"/>
                </a:cubicBezTo>
                <a:cubicBezTo>
                  <a:pt x="750879" y="57350"/>
                  <a:pt x="745908" y="69425"/>
                  <a:pt x="745908" y="83630"/>
                </a:cubicBezTo>
                <a:cubicBezTo>
                  <a:pt x="745908" y="106534"/>
                  <a:pt x="759933" y="123047"/>
                  <a:pt x="779643" y="123047"/>
                </a:cubicBezTo>
                <a:cubicBezTo>
                  <a:pt x="787633" y="123047"/>
                  <a:pt x="794734" y="120205"/>
                  <a:pt x="801128" y="114702"/>
                </a:cubicBezTo>
                <a:cubicBezTo>
                  <a:pt x="805921" y="110617"/>
                  <a:pt x="809294" y="105645"/>
                  <a:pt x="814620" y="95171"/>
                </a:cubicBezTo>
                <a:lnTo>
                  <a:pt x="812136" y="93573"/>
                </a:lnTo>
                <a:close/>
                <a:moveTo>
                  <a:pt x="865579" y="41371"/>
                </a:moveTo>
                <a:lnTo>
                  <a:pt x="847646" y="41371"/>
                </a:lnTo>
                <a:lnTo>
                  <a:pt x="847646" y="20775"/>
                </a:lnTo>
                <a:cubicBezTo>
                  <a:pt x="847646" y="19000"/>
                  <a:pt x="847291" y="18466"/>
                  <a:pt x="846402" y="18466"/>
                </a:cubicBezTo>
                <a:cubicBezTo>
                  <a:pt x="836104" y="33381"/>
                  <a:pt x="830778" y="39417"/>
                  <a:pt x="825630" y="42435"/>
                </a:cubicBezTo>
                <a:cubicBezTo>
                  <a:pt x="823677" y="43679"/>
                  <a:pt x="822609" y="44744"/>
                  <a:pt x="822609" y="45811"/>
                </a:cubicBezTo>
                <a:cubicBezTo>
                  <a:pt x="822609" y="46342"/>
                  <a:pt x="822788" y="46697"/>
                  <a:pt x="823322" y="47052"/>
                </a:cubicBezTo>
                <a:lnTo>
                  <a:pt x="832731" y="47052"/>
                </a:lnTo>
                <a:lnTo>
                  <a:pt x="832731" y="100498"/>
                </a:lnTo>
                <a:cubicBezTo>
                  <a:pt x="832731" y="115412"/>
                  <a:pt x="838058" y="123047"/>
                  <a:pt x="848534" y="123047"/>
                </a:cubicBezTo>
                <a:cubicBezTo>
                  <a:pt x="857234" y="123047"/>
                  <a:pt x="863980" y="118785"/>
                  <a:pt x="869840" y="109552"/>
                </a:cubicBezTo>
                <a:lnTo>
                  <a:pt x="867532" y="107599"/>
                </a:lnTo>
                <a:cubicBezTo>
                  <a:pt x="863625" y="112215"/>
                  <a:pt x="860786" y="113814"/>
                  <a:pt x="856879" y="113814"/>
                </a:cubicBezTo>
                <a:cubicBezTo>
                  <a:pt x="850309" y="113814"/>
                  <a:pt x="847646" y="109021"/>
                  <a:pt x="847646" y="97835"/>
                </a:cubicBezTo>
                <a:lnTo>
                  <a:pt x="847646" y="47052"/>
                </a:lnTo>
                <a:lnTo>
                  <a:pt x="865579" y="47052"/>
                </a:lnTo>
                <a:lnTo>
                  <a:pt x="865579" y="41371"/>
                </a:lnTo>
                <a:close/>
                <a:moveTo>
                  <a:pt x="954711" y="112394"/>
                </a:moveTo>
                <a:lnTo>
                  <a:pt x="953825" y="112394"/>
                </a:lnTo>
                <a:cubicBezTo>
                  <a:pt x="945123" y="112039"/>
                  <a:pt x="943882" y="110617"/>
                  <a:pt x="943703" y="102272"/>
                </a:cubicBezTo>
                <a:lnTo>
                  <a:pt x="943703" y="41371"/>
                </a:lnTo>
                <a:lnTo>
                  <a:pt x="915649" y="41371"/>
                </a:lnTo>
                <a:lnTo>
                  <a:pt x="915649" y="44389"/>
                </a:lnTo>
                <a:cubicBezTo>
                  <a:pt x="926659" y="44922"/>
                  <a:pt x="928788" y="46697"/>
                  <a:pt x="928788" y="55575"/>
                </a:cubicBezTo>
                <a:lnTo>
                  <a:pt x="928788" y="97301"/>
                </a:lnTo>
                <a:cubicBezTo>
                  <a:pt x="928788" y="102272"/>
                  <a:pt x="927900" y="104759"/>
                  <a:pt x="925415" y="106713"/>
                </a:cubicBezTo>
                <a:cubicBezTo>
                  <a:pt x="920620" y="110617"/>
                  <a:pt x="915118" y="112749"/>
                  <a:pt x="909791" y="112749"/>
                </a:cubicBezTo>
                <a:cubicBezTo>
                  <a:pt x="902866" y="112749"/>
                  <a:pt x="897185" y="106713"/>
                  <a:pt x="897185" y="99254"/>
                </a:cubicBezTo>
                <a:lnTo>
                  <a:pt x="897185" y="41371"/>
                </a:lnTo>
                <a:lnTo>
                  <a:pt x="871260" y="41371"/>
                </a:lnTo>
                <a:lnTo>
                  <a:pt x="871260" y="43858"/>
                </a:lnTo>
                <a:cubicBezTo>
                  <a:pt x="879607" y="44213"/>
                  <a:pt x="882091" y="46697"/>
                  <a:pt x="882270" y="55220"/>
                </a:cubicBezTo>
                <a:lnTo>
                  <a:pt x="882270" y="99964"/>
                </a:lnTo>
                <a:cubicBezTo>
                  <a:pt x="882270" y="113993"/>
                  <a:pt x="890791" y="123047"/>
                  <a:pt x="903752" y="123047"/>
                </a:cubicBezTo>
                <a:cubicBezTo>
                  <a:pt x="910322" y="123047"/>
                  <a:pt x="917247" y="120205"/>
                  <a:pt x="922042" y="115412"/>
                </a:cubicBezTo>
                <a:lnTo>
                  <a:pt x="929677" y="107778"/>
                </a:lnTo>
                <a:lnTo>
                  <a:pt x="929677" y="122513"/>
                </a:lnTo>
                <a:lnTo>
                  <a:pt x="930387" y="122868"/>
                </a:lnTo>
                <a:cubicBezTo>
                  <a:pt x="939265" y="119319"/>
                  <a:pt x="945656" y="117366"/>
                  <a:pt x="954711" y="114879"/>
                </a:cubicBezTo>
                <a:lnTo>
                  <a:pt x="954711" y="112394"/>
                </a:lnTo>
                <a:close/>
                <a:moveTo>
                  <a:pt x="959861" y="121270"/>
                </a:moveTo>
                <a:lnTo>
                  <a:pt x="1002475" y="121270"/>
                </a:lnTo>
                <a:lnTo>
                  <a:pt x="1002475" y="118607"/>
                </a:lnTo>
                <a:cubicBezTo>
                  <a:pt x="990579" y="118252"/>
                  <a:pt x="987737" y="115767"/>
                  <a:pt x="987382" y="105290"/>
                </a:cubicBezTo>
                <a:lnTo>
                  <a:pt x="987382" y="65342"/>
                </a:lnTo>
                <a:cubicBezTo>
                  <a:pt x="987382" y="59658"/>
                  <a:pt x="994840" y="50783"/>
                  <a:pt x="999812" y="50783"/>
                </a:cubicBezTo>
                <a:cubicBezTo>
                  <a:pt x="1000877" y="50783"/>
                  <a:pt x="1002475" y="51669"/>
                  <a:pt x="1004428" y="53446"/>
                </a:cubicBezTo>
                <a:cubicBezTo>
                  <a:pt x="1007092" y="56109"/>
                  <a:pt x="1009221" y="56995"/>
                  <a:pt x="1011529" y="56995"/>
                </a:cubicBezTo>
                <a:cubicBezTo>
                  <a:pt x="1015791" y="56995"/>
                  <a:pt x="1018454" y="53977"/>
                  <a:pt x="1018454" y="49005"/>
                </a:cubicBezTo>
                <a:cubicBezTo>
                  <a:pt x="1018454" y="43148"/>
                  <a:pt x="1014726" y="39596"/>
                  <a:pt x="1008690" y="39596"/>
                </a:cubicBezTo>
                <a:cubicBezTo>
                  <a:pt x="1001231" y="39596"/>
                  <a:pt x="996260" y="43503"/>
                  <a:pt x="987382" y="56285"/>
                </a:cubicBezTo>
                <a:lnTo>
                  <a:pt x="987382" y="39951"/>
                </a:lnTo>
                <a:lnTo>
                  <a:pt x="986496" y="39596"/>
                </a:lnTo>
                <a:cubicBezTo>
                  <a:pt x="976553" y="43503"/>
                  <a:pt x="970159" y="45987"/>
                  <a:pt x="960216" y="49184"/>
                </a:cubicBezTo>
                <a:lnTo>
                  <a:pt x="960216" y="52023"/>
                </a:lnTo>
                <a:cubicBezTo>
                  <a:pt x="962703" y="51492"/>
                  <a:pt x="964301" y="51314"/>
                  <a:pt x="966431" y="51314"/>
                </a:cubicBezTo>
                <a:cubicBezTo>
                  <a:pt x="970869" y="51314"/>
                  <a:pt x="972467" y="54156"/>
                  <a:pt x="972467" y="61966"/>
                </a:cubicBezTo>
                <a:lnTo>
                  <a:pt x="972467" y="106355"/>
                </a:lnTo>
                <a:cubicBezTo>
                  <a:pt x="972112" y="115588"/>
                  <a:pt x="971047" y="116656"/>
                  <a:pt x="959861" y="118607"/>
                </a:cubicBezTo>
                <a:lnTo>
                  <a:pt x="959861" y="121270"/>
                </a:lnTo>
                <a:close/>
                <a:moveTo>
                  <a:pt x="1090541" y="92153"/>
                </a:moveTo>
                <a:cubicBezTo>
                  <a:pt x="1082020" y="105645"/>
                  <a:pt x="1074382" y="110796"/>
                  <a:pt x="1063020" y="110796"/>
                </a:cubicBezTo>
                <a:cubicBezTo>
                  <a:pt x="1052901" y="110796"/>
                  <a:pt x="1045266" y="105645"/>
                  <a:pt x="1040116" y="95526"/>
                </a:cubicBezTo>
                <a:cubicBezTo>
                  <a:pt x="1036919" y="88777"/>
                  <a:pt x="1035678" y="83096"/>
                  <a:pt x="1035323" y="72088"/>
                </a:cubicBezTo>
                <a:lnTo>
                  <a:pt x="1090010" y="72088"/>
                </a:lnTo>
                <a:cubicBezTo>
                  <a:pt x="1088587" y="60547"/>
                  <a:pt x="1086813" y="55399"/>
                  <a:pt x="1082375" y="49715"/>
                </a:cubicBezTo>
                <a:cubicBezTo>
                  <a:pt x="1077046" y="43324"/>
                  <a:pt x="1068880" y="39596"/>
                  <a:pt x="1059647" y="39596"/>
                </a:cubicBezTo>
                <a:cubicBezTo>
                  <a:pt x="1050768" y="39596"/>
                  <a:pt x="1042424" y="42793"/>
                  <a:pt x="1035678" y="48829"/>
                </a:cubicBezTo>
                <a:cubicBezTo>
                  <a:pt x="1027331" y="56109"/>
                  <a:pt x="1022538" y="68715"/>
                  <a:pt x="1022538" y="83275"/>
                </a:cubicBezTo>
                <a:cubicBezTo>
                  <a:pt x="1022538" y="107778"/>
                  <a:pt x="1035323" y="123047"/>
                  <a:pt x="1055740" y="123047"/>
                </a:cubicBezTo>
                <a:cubicBezTo>
                  <a:pt x="1072608" y="123047"/>
                  <a:pt x="1085924" y="112570"/>
                  <a:pt x="1093383" y="93394"/>
                </a:cubicBezTo>
                <a:lnTo>
                  <a:pt x="1090541" y="92153"/>
                </a:lnTo>
                <a:moveTo>
                  <a:pt x="1035678" y="66407"/>
                </a:moveTo>
                <a:cubicBezTo>
                  <a:pt x="1037628" y="52557"/>
                  <a:pt x="1043667" y="45987"/>
                  <a:pt x="1054496" y="45987"/>
                </a:cubicBezTo>
                <a:cubicBezTo>
                  <a:pt x="1065328" y="45987"/>
                  <a:pt x="1069590" y="50959"/>
                  <a:pt x="1071898" y="66407"/>
                </a:cubicBezTo>
                <a:lnTo>
                  <a:pt x="1035678" y="664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Pairs">
            <a:extLst xmlns:a="http://schemas.openxmlformats.org/drawingml/2006/main">
              <a:ext uri="{FF2B5EF4-FFF2-40B4-BE49-F238E27FC236}">
                <a16:creationId xmlns:a16="http://schemas.microsoft.com/office/drawing/2014/main" id="{8DBE5F78-ADAC-4912-8CE8-AF754996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545" y="717875"/>
            <a:ext cx="345699" cy="123047"/>
          </a:xfrm>
          <a:custGeom xmlns:a="http://schemas.openxmlformats.org/drawingml/2006/main">
            <a:pathLst>
              <a:path w="345699" h="123047">
                <a:moveTo>
                  <a:pt x="0" y="7104"/>
                </a:moveTo>
                <a:cubicBezTo>
                  <a:pt x="13140" y="8523"/>
                  <a:pt x="14738" y="10122"/>
                  <a:pt x="14915" y="23083"/>
                </a:cubicBezTo>
                <a:lnTo>
                  <a:pt x="14915" y="99964"/>
                </a:lnTo>
                <a:cubicBezTo>
                  <a:pt x="14738" y="115057"/>
                  <a:pt x="13495" y="116656"/>
                  <a:pt x="0" y="117897"/>
                </a:cubicBezTo>
                <a:lnTo>
                  <a:pt x="0" y="121270"/>
                </a:lnTo>
                <a:lnTo>
                  <a:pt x="49715" y="121270"/>
                </a:lnTo>
                <a:lnTo>
                  <a:pt x="49715" y="117897"/>
                </a:lnTo>
                <a:cubicBezTo>
                  <a:pt x="35689" y="117542"/>
                  <a:pt x="33202" y="115057"/>
                  <a:pt x="33026" y="101917"/>
                </a:cubicBezTo>
                <a:lnTo>
                  <a:pt x="33026" y="69601"/>
                </a:lnTo>
                <a:cubicBezTo>
                  <a:pt x="37643" y="69959"/>
                  <a:pt x="40661" y="70135"/>
                  <a:pt x="45277" y="70135"/>
                </a:cubicBezTo>
                <a:cubicBezTo>
                  <a:pt x="59303" y="70135"/>
                  <a:pt x="68715" y="68360"/>
                  <a:pt x="76350" y="64099"/>
                </a:cubicBezTo>
                <a:cubicBezTo>
                  <a:pt x="87003" y="58417"/>
                  <a:pt x="93394" y="47586"/>
                  <a:pt x="93394" y="35868"/>
                </a:cubicBezTo>
                <a:cubicBezTo>
                  <a:pt x="93394" y="28409"/>
                  <a:pt x="90910" y="21663"/>
                  <a:pt x="86114" y="16513"/>
                </a:cubicBezTo>
                <a:cubicBezTo>
                  <a:pt x="79013" y="8702"/>
                  <a:pt x="63565" y="3731"/>
                  <a:pt x="46876" y="3731"/>
                </a:cubicBezTo>
                <a:lnTo>
                  <a:pt x="0" y="3731"/>
                </a:lnTo>
                <a:lnTo>
                  <a:pt x="0" y="7104"/>
                </a:lnTo>
                <a:moveTo>
                  <a:pt x="33026" y="16337"/>
                </a:moveTo>
                <a:cubicBezTo>
                  <a:pt x="33026" y="11542"/>
                  <a:pt x="34270" y="10298"/>
                  <a:pt x="39062" y="10298"/>
                </a:cubicBezTo>
                <a:cubicBezTo>
                  <a:pt x="63031" y="10298"/>
                  <a:pt x="74042" y="18645"/>
                  <a:pt x="74042" y="36933"/>
                </a:cubicBezTo>
                <a:cubicBezTo>
                  <a:pt x="74042" y="54156"/>
                  <a:pt x="63565" y="63034"/>
                  <a:pt x="43145" y="63034"/>
                </a:cubicBezTo>
                <a:cubicBezTo>
                  <a:pt x="39596" y="63034"/>
                  <a:pt x="37109" y="62855"/>
                  <a:pt x="33026" y="62500"/>
                </a:cubicBezTo>
                <a:lnTo>
                  <a:pt x="33026" y="16337"/>
                </a:lnTo>
                <a:close/>
                <a:moveTo>
                  <a:pt x="174358" y="109552"/>
                </a:moveTo>
                <a:cubicBezTo>
                  <a:pt x="171340" y="112039"/>
                  <a:pt x="169210" y="112925"/>
                  <a:pt x="166547" y="112925"/>
                </a:cubicBezTo>
                <a:cubicBezTo>
                  <a:pt x="162464" y="112925"/>
                  <a:pt x="161221" y="110441"/>
                  <a:pt x="161221" y="102627"/>
                </a:cubicBezTo>
                <a:lnTo>
                  <a:pt x="161221" y="68005"/>
                </a:lnTo>
                <a:cubicBezTo>
                  <a:pt x="161221" y="58772"/>
                  <a:pt x="160332" y="53622"/>
                  <a:pt x="157669" y="49360"/>
                </a:cubicBezTo>
                <a:cubicBezTo>
                  <a:pt x="153762" y="42969"/>
                  <a:pt x="146127" y="39596"/>
                  <a:pt x="135653" y="39596"/>
                </a:cubicBezTo>
                <a:cubicBezTo>
                  <a:pt x="118962" y="39596"/>
                  <a:pt x="105824" y="48295"/>
                  <a:pt x="105824" y="59482"/>
                </a:cubicBezTo>
                <a:cubicBezTo>
                  <a:pt x="105824" y="63565"/>
                  <a:pt x="109197" y="67117"/>
                  <a:pt x="113459" y="67117"/>
                </a:cubicBezTo>
                <a:cubicBezTo>
                  <a:pt x="117718" y="67117"/>
                  <a:pt x="121449" y="63565"/>
                  <a:pt x="121449" y="59658"/>
                </a:cubicBezTo>
                <a:cubicBezTo>
                  <a:pt x="121449" y="58948"/>
                  <a:pt x="121270" y="58062"/>
                  <a:pt x="121094" y="56819"/>
                </a:cubicBezTo>
                <a:cubicBezTo>
                  <a:pt x="120739" y="55220"/>
                  <a:pt x="120560" y="53801"/>
                  <a:pt x="120560" y="52557"/>
                </a:cubicBezTo>
                <a:cubicBezTo>
                  <a:pt x="120560" y="47764"/>
                  <a:pt x="126241" y="43858"/>
                  <a:pt x="133345" y="43858"/>
                </a:cubicBezTo>
                <a:cubicBezTo>
                  <a:pt x="142045" y="43858"/>
                  <a:pt x="146837" y="49005"/>
                  <a:pt x="146837" y="58593"/>
                </a:cubicBezTo>
                <a:lnTo>
                  <a:pt x="146837" y="69425"/>
                </a:lnTo>
                <a:cubicBezTo>
                  <a:pt x="119671" y="80257"/>
                  <a:pt x="116477" y="81853"/>
                  <a:pt x="108842" y="88601"/>
                </a:cubicBezTo>
                <a:cubicBezTo>
                  <a:pt x="104936" y="92153"/>
                  <a:pt x="102449" y="98189"/>
                  <a:pt x="102449" y="104047"/>
                </a:cubicBezTo>
                <a:cubicBezTo>
                  <a:pt x="102449" y="115233"/>
                  <a:pt x="110262" y="123047"/>
                  <a:pt x="121094" y="123047"/>
                </a:cubicBezTo>
                <a:cubicBezTo>
                  <a:pt x="128905" y="123047"/>
                  <a:pt x="136184" y="119319"/>
                  <a:pt x="147016" y="110086"/>
                </a:cubicBezTo>
                <a:cubicBezTo>
                  <a:pt x="147905" y="119495"/>
                  <a:pt x="151099" y="123047"/>
                  <a:pt x="158379" y="123047"/>
                </a:cubicBezTo>
                <a:cubicBezTo>
                  <a:pt x="164415" y="123047"/>
                  <a:pt x="168146" y="120915"/>
                  <a:pt x="174358" y="114169"/>
                </a:cubicBezTo>
                <a:lnTo>
                  <a:pt x="174358" y="109552"/>
                </a:lnTo>
                <a:moveTo>
                  <a:pt x="146837" y="99433"/>
                </a:moveTo>
                <a:cubicBezTo>
                  <a:pt x="146837" y="104759"/>
                  <a:pt x="145951" y="106713"/>
                  <a:pt x="142221" y="108842"/>
                </a:cubicBezTo>
                <a:cubicBezTo>
                  <a:pt x="137783" y="111327"/>
                  <a:pt x="132990" y="112749"/>
                  <a:pt x="129260" y="112749"/>
                </a:cubicBezTo>
                <a:cubicBezTo>
                  <a:pt x="123047" y="112749"/>
                  <a:pt x="118076" y="106713"/>
                  <a:pt x="118076" y="99075"/>
                </a:cubicBezTo>
                <a:lnTo>
                  <a:pt x="118076" y="98366"/>
                </a:lnTo>
                <a:cubicBezTo>
                  <a:pt x="118252" y="87713"/>
                  <a:pt x="126065" y="80967"/>
                  <a:pt x="146837" y="73687"/>
                </a:cubicBezTo>
                <a:lnTo>
                  <a:pt x="146837" y="99433"/>
                </a:lnTo>
                <a:close/>
                <a:moveTo>
                  <a:pt x="177555" y="121270"/>
                </a:moveTo>
                <a:lnTo>
                  <a:pt x="219635" y="121270"/>
                </a:lnTo>
                <a:lnTo>
                  <a:pt x="219635" y="118607"/>
                </a:lnTo>
                <a:cubicBezTo>
                  <a:pt x="207918" y="117721"/>
                  <a:pt x="206674" y="116122"/>
                  <a:pt x="206495" y="103161"/>
                </a:cubicBezTo>
                <a:lnTo>
                  <a:pt x="206495" y="40127"/>
                </a:lnTo>
                <a:lnTo>
                  <a:pt x="205785" y="39596"/>
                </a:lnTo>
                <a:lnTo>
                  <a:pt x="178265" y="49360"/>
                </a:lnTo>
                <a:lnTo>
                  <a:pt x="178265" y="52023"/>
                </a:lnTo>
                <a:lnTo>
                  <a:pt x="179687" y="51847"/>
                </a:lnTo>
                <a:cubicBezTo>
                  <a:pt x="181816" y="51492"/>
                  <a:pt x="183946" y="51314"/>
                  <a:pt x="185723" y="51314"/>
                </a:cubicBezTo>
                <a:cubicBezTo>
                  <a:pt x="189985" y="51314"/>
                  <a:pt x="191581" y="54156"/>
                  <a:pt x="191581" y="61966"/>
                </a:cubicBezTo>
                <a:lnTo>
                  <a:pt x="191581" y="103161"/>
                </a:lnTo>
                <a:cubicBezTo>
                  <a:pt x="191226" y="116298"/>
                  <a:pt x="189630" y="118076"/>
                  <a:pt x="177555" y="118607"/>
                </a:cubicBezTo>
                <a:lnTo>
                  <a:pt x="177555" y="121270"/>
                </a:lnTo>
                <a:moveTo>
                  <a:pt x="197441" y="0"/>
                </a:moveTo>
                <a:cubicBezTo>
                  <a:pt x="192648" y="0"/>
                  <a:pt x="188563" y="4086"/>
                  <a:pt x="188563" y="9057"/>
                </a:cubicBezTo>
                <a:cubicBezTo>
                  <a:pt x="188563" y="14205"/>
                  <a:pt x="192469" y="18111"/>
                  <a:pt x="197441" y="18111"/>
                </a:cubicBezTo>
                <a:cubicBezTo>
                  <a:pt x="202767" y="18111"/>
                  <a:pt x="206674" y="14205"/>
                  <a:pt x="206674" y="9057"/>
                </a:cubicBezTo>
                <a:cubicBezTo>
                  <a:pt x="206674" y="3907"/>
                  <a:pt x="202591" y="0"/>
                  <a:pt x="197441" y="0"/>
                </a:cubicBezTo>
                <a:close/>
                <a:moveTo>
                  <a:pt x="224962" y="121270"/>
                </a:moveTo>
                <a:lnTo>
                  <a:pt x="267576" y="121270"/>
                </a:lnTo>
                <a:lnTo>
                  <a:pt x="267576" y="118607"/>
                </a:lnTo>
                <a:cubicBezTo>
                  <a:pt x="255680" y="118252"/>
                  <a:pt x="252838" y="115767"/>
                  <a:pt x="252483" y="105290"/>
                </a:cubicBezTo>
                <a:lnTo>
                  <a:pt x="252483" y="65342"/>
                </a:lnTo>
                <a:cubicBezTo>
                  <a:pt x="252483" y="59658"/>
                  <a:pt x="259941" y="50783"/>
                  <a:pt x="264913" y="50783"/>
                </a:cubicBezTo>
                <a:cubicBezTo>
                  <a:pt x="265978" y="50783"/>
                  <a:pt x="267576" y="51669"/>
                  <a:pt x="269529" y="53446"/>
                </a:cubicBezTo>
                <a:cubicBezTo>
                  <a:pt x="272193" y="56109"/>
                  <a:pt x="274322" y="56995"/>
                  <a:pt x="276630" y="56995"/>
                </a:cubicBezTo>
                <a:cubicBezTo>
                  <a:pt x="280892" y="56995"/>
                  <a:pt x="283555" y="53977"/>
                  <a:pt x="283555" y="49005"/>
                </a:cubicBezTo>
                <a:cubicBezTo>
                  <a:pt x="283555" y="43148"/>
                  <a:pt x="279827" y="39596"/>
                  <a:pt x="273791" y="39596"/>
                </a:cubicBezTo>
                <a:cubicBezTo>
                  <a:pt x="266332" y="39596"/>
                  <a:pt x="261361" y="43503"/>
                  <a:pt x="252483" y="56285"/>
                </a:cubicBezTo>
                <a:lnTo>
                  <a:pt x="252483" y="39951"/>
                </a:lnTo>
                <a:lnTo>
                  <a:pt x="251597" y="39596"/>
                </a:lnTo>
                <a:cubicBezTo>
                  <a:pt x="241654" y="43503"/>
                  <a:pt x="235260" y="45987"/>
                  <a:pt x="225317" y="49184"/>
                </a:cubicBezTo>
                <a:lnTo>
                  <a:pt x="225317" y="52023"/>
                </a:lnTo>
                <a:cubicBezTo>
                  <a:pt x="227804" y="51492"/>
                  <a:pt x="229402" y="51314"/>
                  <a:pt x="231532" y="51314"/>
                </a:cubicBezTo>
                <a:cubicBezTo>
                  <a:pt x="235970" y="51314"/>
                  <a:pt x="237568" y="54156"/>
                  <a:pt x="237568" y="61966"/>
                </a:cubicBezTo>
                <a:lnTo>
                  <a:pt x="237568" y="106355"/>
                </a:lnTo>
                <a:cubicBezTo>
                  <a:pt x="237213" y="115588"/>
                  <a:pt x="236148" y="116656"/>
                  <a:pt x="224962" y="118607"/>
                </a:cubicBezTo>
                <a:lnTo>
                  <a:pt x="224962" y="121270"/>
                </a:lnTo>
                <a:close/>
                <a:moveTo>
                  <a:pt x="339839" y="65518"/>
                </a:moveTo>
                <a:lnTo>
                  <a:pt x="339129" y="41194"/>
                </a:lnTo>
                <a:lnTo>
                  <a:pt x="337176" y="41194"/>
                </a:lnTo>
                <a:cubicBezTo>
                  <a:pt x="336290" y="42614"/>
                  <a:pt x="335401" y="43148"/>
                  <a:pt x="334337" y="43148"/>
                </a:cubicBezTo>
                <a:cubicBezTo>
                  <a:pt x="333272" y="43148"/>
                  <a:pt x="331495" y="42793"/>
                  <a:pt x="329541" y="41904"/>
                </a:cubicBezTo>
                <a:cubicBezTo>
                  <a:pt x="325458" y="40485"/>
                  <a:pt x="321375" y="39596"/>
                  <a:pt x="317114" y="39596"/>
                </a:cubicBezTo>
                <a:cubicBezTo>
                  <a:pt x="303085" y="39596"/>
                  <a:pt x="292966" y="48829"/>
                  <a:pt x="292966" y="61612"/>
                </a:cubicBezTo>
                <a:cubicBezTo>
                  <a:pt x="292966" y="71555"/>
                  <a:pt x="298647" y="78658"/>
                  <a:pt x="313741" y="87182"/>
                </a:cubicBezTo>
                <a:lnTo>
                  <a:pt x="324039" y="93039"/>
                </a:lnTo>
                <a:cubicBezTo>
                  <a:pt x="330251" y="96591"/>
                  <a:pt x="333272" y="100853"/>
                  <a:pt x="333272" y="106355"/>
                </a:cubicBezTo>
                <a:cubicBezTo>
                  <a:pt x="333272" y="114169"/>
                  <a:pt x="327588" y="119140"/>
                  <a:pt x="318533" y="119140"/>
                </a:cubicBezTo>
                <a:cubicBezTo>
                  <a:pt x="306282" y="119140"/>
                  <a:pt x="300067" y="112394"/>
                  <a:pt x="295984" y="94283"/>
                </a:cubicBezTo>
                <a:lnTo>
                  <a:pt x="293142" y="94283"/>
                </a:lnTo>
                <a:lnTo>
                  <a:pt x="293142" y="121982"/>
                </a:lnTo>
                <a:lnTo>
                  <a:pt x="295450" y="121982"/>
                </a:lnTo>
                <a:cubicBezTo>
                  <a:pt x="296694" y="120205"/>
                  <a:pt x="297404" y="119850"/>
                  <a:pt x="299536" y="119850"/>
                </a:cubicBezTo>
                <a:cubicBezTo>
                  <a:pt x="301489" y="119850"/>
                  <a:pt x="303619" y="120205"/>
                  <a:pt x="307702" y="121270"/>
                </a:cubicBezTo>
                <a:cubicBezTo>
                  <a:pt x="312497" y="122337"/>
                  <a:pt x="317114" y="123047"/>
                  <a:pt x="320663" y="123047"/>
                </a:cubicBezTo>
                <a:cubicBezTo>
                  <a:pt x="334513" y="123047"/>
                  <a:pt x="345699" y="112749"/>
                  <a:pt x="345699" y="100319"/>
                </a:cubicBezTo>
                <a:cubicBezTo>
                  <a:pt x="345699" y="91441"/>
                  <a:pt x="341438" y="85583"/>
                  <a:pt x="330785" y="79189"/>
                </a:cubicBezTo>
                <a:lnTo>
                  <a:pt x="311609" y="67827"/>
                </a:lnTo>
                <a:cubicBezTo>
                  <a:pt x="306637" y="64809"/>
                  <a:pt x="303974" y="60547"/>
                  <a:pt x="303974" y="55754"/>
                </a:cubicBezTo>
                <a:cubicBezTo>
                  <a:pt x="303974" y="48474"/>
                  <a:pt x="309479" y="43679"/>
                  <a:pt x="317645" y="43679"/>
                </a:cubicBezTo>
                <a:cubicBezTo>
                  <a:pt x="327767" y="43679"/>
                  <a:pt x="333093" y="49539"/>
                  <a:pt x="337176" y="65518"/>
                </a:cubicBezTo>
                <a:lnTo>
                  <a:pt x="339839" y="655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2da9ebbda410f"/>
          <a:stretch xmlns:a="http://schemas.openxmlformats.org/drawingml/2006/main"/>
        </p:blipFill>
        <p:spPr>
          <a:xfrm xmlns:a="http://schemas.openxmlformats.org/drawingml/2006/main">
            <a:off x="3580569" y="974147"/>
            <a:ext cx="489896" cy="489896"/>
          </a:xfrm>
          <a:prstGeom xmlns:a="http://schemas.openxmlformats.org/drawingml/2006/main" prst="rect">
            <a:avLst/>
          </a:prstGeom>
        </p:spPr>
      </p:pic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3C08FA-4B61-417C-801A-207697CB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465" y="970043"/>
            <a:ext cx="497996" cy="497996"/>
          </a:xfrm>
          <a:custGeom xmlns:a="http://schemas.openxmlformats.org/drawingml/2006/main">
            <a:pathLst>
              <a:path w="497996" h="497996" fill="none">
                <a:moveTo>
                  <a:pt x="0" y="497996"/>
                </a:moveTo>
                <a:lnTo>
                  <a:pt x="497996" y="497996"/>
                </a:lnTo>
                <a:lnTo>
                  <a:pt x="497996" y="0"/>
                </a:lnTo>
                <a:lnTo>
                  <a:pt x="0" y="0"/>
                </a:lnTo>
                <a:lnTo>
                  <a:pt x="0" y="4979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00" cap="flat">
            <a:solidFill>
              <a:srgbClr val="000000"/>
            </a:solidFill>
            <a:round/>
          </a:ln>
        </p:spPr>
      </p:sp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80f964d2e42aa"/>
          <a:stretch xmlns:a="http://schemas.openxmlformats.org/drawingml/2006/main"/>
        </p:blipFill>
        <p:spPr>
          <a:xfrm xmlns:a="http://schemas.openxmlformats.org/drawingml/2006/main">
            <a:off x="3581865" y="1566428"/>
            <a:ext cx="489896" cy="489896"/>
          </a:xfrm>
          <a:prstGeom xmlns:a="http://schemas.openxmlformats.org/drawingml/2006/main" prst="rect">
            <a:avLst/>
          </a:prstGeom>
        </p:spPr>
      </p:pic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7816AE-B963-44B8-9759-4FBF76C9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761" y="1562324"/>
            <a:ext cx="497996" cy="497996"/>
          </a:xfrm>
          <a:custGeom xmlns:a="http://schemas.openxmlformats.org/drawingml/2006/main">
            <a:pathLst>
              <a:path w="497996" h="497996" fill="none">
                <a:moveTo>
                  <a:pt x="0" y="497996"/>
                </a:moveTo>
                <a:lnTo>
                  <a:pt x="497996" y="497996"/>
                </a:lnTo>
                <a:lnTo>
                  <a:pt x="497996" y="0"/>
                </a:lnTo>
                <a:lnTo>
                  <a:pt x="0" y="0"/>
                </a:lnTo>
                <a:lnTo>
                  <a:pt x="0" y="4979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00" cap="flat">
            <a:solidFill>
              <a:srgbClr val="000000"/>
            </a:solidFill>
            <a:round/>
          </a:ln>
        </p:spPr>
      </p:sp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2fb82bd94482a"/>
          <a:stretch xmlns:a="http://schemas.openxmlformats.org/drawingml/2006/main"/>
        </p:blipFill>
        <p:spPr>
          <a:xfrm xmlns:a="http://schemas.openxmlformats.org/drawingml/2006/main">
            <a:off x="3581865" y="2158710"/>
            <a:ext cx="489896" cy="489896"/>
          </a:xfrm>
          <a:prstGeom xmlns:a="http://schemas.openxmlformats.org/drawingml/2006/main" prst="rect">
            <a:avLst/>
          </a:prstGeom>
        </p:spPr>
      </p:pic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8E48EE-9E18-4218-B040-2E86EF62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761" y="2154714"/>
            <a:ext cx="497996" cy="497996"/>
          </a:xfrm>
          <a:custGeom xmlns:a="http://schemas.openxmlformats.org/drawingml/2006/main">
            <a:pathLst>
              <a:path w="497996" h="497996" fill="none">
                <a:moveTo>
                  <a:pt x="0" y="497996"/>
                </a:moveTo>
                <a:lnTo>
                  <a:pt x="497996" y="497996"/>
                </a:lnTo>
                <a:lnTo>
                  <a:pt x="497996" y="0"/>
                </a:lnTo>
                <a:lnTo>
                  <a:pt x="0" y="0"/>
                </a:lnTo>
                <a:lnTo>
                  <a:pt x="0" y="4979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00" cap="flat">
            <a:solidFill>
              <a:srgbClr val="000000"/>
            </a:solidFill>
            <a:round/>
          </a:ln>
        </p:spPr>
      </p:sp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ae37577584e8d"/>
          <a:stretch xmlns:a="http://schemas.openxmlformats.org/drawingml/2006/main"/>
        </p:blipFill>
        <p:spPr>
          <a:xfrm xmlns:a="http://schemas.openxmlformats.org/drawingml/2006/main">
            <a:off x="3581865" y="2753893"/>
            <a:ext cx="489896" cy="482796"/>
          </a:xfrm>
          <a:prstGeom xmlns:a="http://schemas.openxmlformats.org/drawingml/2006/main" prst="rect">
            <a:avLst/>
          </a:prstGeom>
        </p:spPr>
      </p:pic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B8DE0F-6D50-4E11-8C87-6A78DDF7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761" y="2746887"/>
            <a:ext cx="497996" cy="496700"/>
          </a:xfrm>
          <a:custGeom xmlns:a="http://schemas.openxmlformats.org/drawingml/2006/main">
            <a:pathLst>
              <a:path w="497996" h="496700" fill="none">
                <a:moveTo>
                  <a:pt x="0" y="496700"/>
                </a:moveTo>
                <a:lnTo>
                  <a:pt x="497996" y="496700"/>
                </a:lnTo>
                <a:lnTo>
                  <a:pt x="497996" y="0"/>
                </a:lnTo>
                <a:lnTo>
                  <a:pt x="0" y="0"/>
                </a:lnTo>
                <a:lnTo>
                  <a:pt x="0" y="4967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00" cap="flat">
            <a:solidFill>
              <a:srgbClr val="000000"/>
            </a:solidFill>
            <a:round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4B87EF-FA65-4E5E-8316-07055F99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635" y="873057"/>
            <a:ext cx="98498" cy="2073634"/>
          </a:xfrm>
          <a:custGeom xmlns:a="http://schemas.openxmlformats.org/drawingml/2006/main">
            <a:pathLst>
              <a:path w="98498" h="2073634">
                <a:moveTo>
                  <a:pt x="0" y="2073634"/>
                </a:moveTo>
                <a:lnTo>
                  <a:pt x="0" y="0"/>
                </a:lnTo>
                <a:lnTo>
                  <a:pt x="98498" y="0"/>
                </a:lnTo>
                <a:lnTo>
                  <a:pt x="98498" y="2073634"/>
                </a:lnTo>
                <a:lnTo>
                  <a:pt x="0" y="2073634"/>
                </a:lnTo>
                <a:close/>
              </a:path>
            </a:pathLst>
          </a:custGeom>
          <a:solidFill xmlns:a="http://schemas.openxmlformats.org/drawingml/2006/main">
            <a:srgbClr val="FFE6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42DF9-68CA-45C0-B8A6-AFA6FD0C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635" y="873057"/>
            <a:ext cx="98498" cy="2073634"/>
          </a:xfrm>
          <a:custGeom xmlns:a="http://schemas.openxmlformats.org/drawingml/2006/main">
            <a:pathLst>
              <a:path w="98498" h="2073634" fill="none">
                <a:moveTo>
                  <a:pt x="0" y="2073634"/>
                </a:moveTo>
                <a:lnTo>
                  <a:pt x="98498" y="2073634"/>
                </a:lnTo>
                <a:lnTo>
                  <a:pt x="98498" y="0"/>
                </a:lnTo>
                <a:lnTo>
                  <a:pt x="0" y="0"/>
                </a:lnTo>
                <a:lnTo>
                  <a:pt x="0" y="20736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00" cap="flat">
            <a:solidFill>
              <a:srgbClr val="000000"/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F1A7CC-E9D4-4C45-ADAA-32352E20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0478" y="873057"/>
            <a:ext cx="99794" cy="2073634"/>
          </a:xfrm>
          <a:custGeom xmlns:a="http://schemas.openxmlformats.org/drawingml/2006/main">
            <a:pathLst>
              <a:path w="99794" h="2073634">
                <a:moveTo>
                  <a:pt x="0" y="2073634"/>
                </a:moveTo>
                <a:lnTo>
                  <a:pt x="0" y="0"/>
                </a:lnTo>
                <a:lnTo>
                  <a:pt x="99794" y="0"/>
                </a:lnTo>
                <a:lnTo>
                  <a:pt x="99794" y="2073634"/>
                </a:lnTo>
                <a:lnTo>
                  <a:pt x="0" y="2073634"/>
                </a:lnTo>
                <a:close/>
              </a:path>
            </a:pathLst>
          </a:custGeom>
          <a:solidFill xmlns:a="http://schemas.openxmlformats.org/drawingml/2006/main">
            <a:srgbClr val="FFE6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7ED843-A065-467B-82AD-BD45B795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0478" y="873057"/>
            <a:ext cx="99794" cy="2073634"/>
          </a:xfrm>
          <a:custGeom xmlns:a="http://schemas.openxmlformats.org/drawingml/2006/main">
            <a:pathLst>
              <a:path w="99794" h="2073634" fill="none">
                <a:moveTo>
                  <a:pt x="0" y="2073634"/>
                </a:moveTo>
                <a:lnTo>
                  <a:pt x="99794" y="2073634"/>
                </a:lnTo>
                <a:lnTo>
                  <a:pt x="99794" y="0"/>
                </a:lnTo>
                <a:lnTo>
                  <a:pt x="0" y="0"/>
                </a:lnTo>
                <a:lnTo>
                  <a:pt x="0" y="20736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00" cap="flat">
            <a:solidFill>
              <a:srgbClr val="000000"/>
            </a:solidFill>
            <a:miter/>
          </a:ln>
        </p:spPr>
      </p:sp>
      <p:sp>
        <p:nvSpPr>
          <p:cNvPr id="32" name="Text ෩">
            <a:extLst xmlns:a="http://schemas.openxmlformats.org/drawingml/2006/main">
              <a:ext uri="{FF2B5EF4-FFF2-40B4-BE49-F238E27FC236}">
                <a16:creationId xmlns:a16="http://schemas.microsoft.com/office/drawing/2014/main" id="{67B9AC8D-6494-471B-B281-A41772B5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727" y="525241"/>
            <a:ext cx="127986" cy="28000"/>
          </a:xfrm>
          <a:custGeom xmlns:a="http://schemas.openxmlformats.org/drawingml/2006/main">
            <a:pathLst>
              <a:path w="127986" h="28000">
                <a:moveTo>
                  <a:pt x="94584" y="14000"/>
                </a:moveTo>
                <a:cubicBezTo>
                  <a:pt x="97524" y="14000"/>
                  <a:pt x="100188" y="13725"/>
                  <a:pt x="102576" y="13173"/>
                </a:cubicBezTo>
                <a:cubicBezTo>
                  <a:pt x="104965" y="12622"/>
                  <a:pt x="107206" y="11795"/>
                  <a:pt x="109301" y="10693"/>
                </a:cubicBezTo>
                <a:cubicBezTo>
                  <a:pt x="111395" y="9591"/>
                  <a:pt x="113453" y="8213"/>
                  <a:pt x="115474" y="6559"/>
                </a:cubicBezTo>
                <a:cubicBezTo>
                  <a:pt x="117495" y="4906"/>
                  <a:pt x="119645" y="2940"/>
                  <a:pt x="121923" y="661"/>
                </a:cubicBezTo>
                <a:lnTo>
                  <a:pt x="127986" y="5291"/>
                </a:lnTo>
                <a:cubicBezTo>
                  <a:pt x="124899" y="9627"/>
                  <a:pt x="121886" y="13247"/>
                  <a:pt x="118947" y="16150"/>
                </a:cubicBezTo>
                <a:cubicBezTo>
                  <a:pt x="116007" y="19053"/>
                  <a:pt x="113067" y="21386"/>
                  <a:pt x="110127" y="23150"/>
                </a:cubicBezTo>
                <a:cubicBezTo>
                  <a:pt x="107188" y="24914"/>
                  <a:pt x="104193" y="26163"/>
                  <a:pt x="101143" y="26898"/>
                </a:cubicBezTo>
                <a:cubicBezTo>
                  <a:pt x="98093" y="27633"/>
                  <a:pt x="94951" y="28000"/>
                  <a:pt x="91718" y="28000"/>
                </a:cubicBezTo>
                <a:cubicBezTo>
                  <a:pt x="89366" y="28000"/>
                  <a:pt x="87051" y="27835"/>
                  <a:pt x="84773" y="27504"/>
                </a:cubicBezTo>
                <a:cubicBezTo>
                  <a:pt x="82495" y="27174"/>
                  <a:pt x="80143" y="26678"/>
                  <a:pt x="77718" y="26016"/>
                </a:cubicBezTo>
                <a:cubicBezTo>
                  <a:pt x="75292" y="25355"/>
                  <a:pt x="72739" y="24565"/>
                  <a:pt x="70056" y="23646"/>
                </a:cubicBezTo>
                <a:cubicBezTo>
                  <a:pt x="67374" y="22727"/>
                  <a:pt x="64489" y="21643"/>
                  <a:pt x="61402" y="20394"/>
                </a:cubicBezTo>
                <a:cubicBezTo>
                  <a:pt x="55523" y="18116"/>
                  <a:pt x="50526" y="16481"/>
                  <a:pt x="46410" y="15488"/>
                </a:cubicBezTo>
                <a:cubicBezTo>
                  <a:pt x="42295" y="14496"/>
                  <a:pt x="38510" y="14000"/>
                  <a:pt x="35056" y="14000"/>
                </a:cubicBezTo>
                <a:cubicBezTo>
                  <a:pt x="32557" y="14000"/>
                  <a:pt x="30150" y="14129"/>
                  <a:pt x="27835" y="14386"/>
                </a:cubicBezTo>
                <a:cubicBezTo>
                  <a:pt x="25520" y="14643"/>
                  <a:pt x="23205" y="15213"/>
                  <a:pt x="20890" y="16095"/>
                </a:cubicBezTo>
                <a:cubicBezTo>
                  <a:pt x="18575" y="16977"/>
                  <a:pt x="16242" y="18299"/>
                  <a:pt x="13890" y="20063"/>
                </a:cubicBezTo>
                <a:cubicBezTo>
                  <a:pt x="11538" y="21827"/>
                  <a:pt x="9039" y="24216"/>
                  <a:pt x="6394" y="27229"/>
                </a:cubicBezTo>
                <a:lnTo>
                  <a:pt x="0" y="22599"/>
                </a:lnTo>
                <a:cubicBezTo>
                  <a:pt x="2719" y="18630"/>
                  <a:pt x="5420" y="15213"/>
                  <a:pt x="8102" y="12347"/>
                </a:cubicBezTo>
                <a:cubicBezTo>
                  <a:pt x="10785" y="9480"/>
                  <a:pt x="13596" y="7147"/>
                  <a:pt x="16536" y="5347"/>
                </a:cubicBezTo>
                <a:cubicBezTo>
                  <a:pt x="19475" y="3546"/>
                  <a:pt x="22599" y="2205"/>
                  <a:pt x="25906" y="1323"/>
                </a:cubicBezTo>
                <a:cubicBezTo>
                  <a:pt x="29213" y="441"/>
                  <a:pt x="32888" y="0"/>
                  <a:pt x="36930" y="0"/>
                </a:cubicBezTo>
                <a:cubicBezTo>
                  <a:pt x="39428" y="0"/>
                  <a:pt x="41780" y="147"/>
                  <a:pt x="43985" y="441"/>
                </a:cubicBezTo>
                <a:cubicBezTo>
                  <a:pt x="46190" y="735"/>
                  <a:pt x="48468" y="1176"/>
                  <a:pt x="50820" y="1764"/>
                </a:cubicBezTo>
                <a:cubicBezTo>
                  <a:pt x="53171" y="2352"/>
                  <a:pt x="55688" y="3123"/>
                  <a:pt x="58371" y="4079"/>
                </a:cubicBezTo>
                <a:cubicBezTo>
                  <a:pt x="61053" y="5034"/>
                  <a:pt x="64122" y="6173"/>
                  <a:pt x="67576" y="7496"/>
                </a:cubicBezTo>
                <a:cubicBezTo>
                  <a:pt x="70883" y="8746"/>
                  <a:pt x="73786" y="9793"/>
                  <a:pt x="76285" y="10638"/>
                </a:cubicBezTo>
                <a:cubicBezTo>
                  <a:pt x="78783" y="11483"/>
                  <a:pt x="81061" y="12163"/>
                  <a:pt x="83119" y="12677"/>
                </a:cubicBezTo>
                <a:cubicBezTo>
                  <a:pt x="85177" y="13192"/>
                  <a:pt x="87106" y="13541"/>
                  <a:pt x="88907" y="13725"/>
                </a:cubicBezTo>
                <a:cubicBezTo>
                  <a:pt x="90707" y="13908"/>
                  <a:pt x="92600" y="14000"/>
                  <a:pt x="94584" y="140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X">
            <a:extLst xmlns:a="http://schemas.openxmlformats.org/drawingml/2006/main">
              <a:ext uri="{FF2B5EF4-FFF2-40B4-BE49-F238E27FC236}">
                <a16:creationId xmlns:a16="http://schemas.microsoft.com/office/drawing/2014/main" id="{DABF5FE6-44F6-4192-B8A6-198C56D6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040" y="569609"/>
            <a:ext cx="124205" cy="150302"/>
          </a:xfrm>
          <a:custGeom xmlns:a="http://schemas.openxmlformats.org/drawingml/2006/main">
            <a:pathLst>
              <a:path w="124205" h="150302">
                <a:moveTo>
                  <a:pt x="50651" y="0"/>
                </a:moveTo>
                <a:lnTo>
                  <a:pt x="50651" y="5395"/>
                </a:lnTo>
                <a:cubicBezTo>
                  <a:pt x="47128" y="5909"/>
                  <a:pt x="44595" y="6864"/>
                  <a:pt x="43053" y="8258"/>
                </a:cubicBezTo>
                <a:cubicBezTo>
                  <a:pt x="41512" y="9653"/>
                  <a:pt x="40741" y="11562"/>
                  <a:pt x="40741" y="13984"/>
                </a:cubicBezTo>
                <a:cubicBezTo>
                  <a:pt x="40741" y="16040"/>
                  <a:pt x="41438" y="18609"/>
                  <a:pt x="42833" y="21692"/>
                </a:cubicBezTo>
                <a:cubicBezTo>
                  <a:pt x="44228" y="24775"/>
                  <a:pt x="46210" y="28445"/>
                  <a:pt x="48779" y="32703"/>
                </a:cubicBezTo>
                <a:lnTo>
                  <a:pt x="64745" y="59460"/>
                </a:lnTo>
                <a:lnTo>
                  <a:pt x="80491" y="34024"/>
                </a:lnTo>
                <a:cubicBezTo>
                  <a:pt x="82840" y="30207"/>
                  <a:pt x="84602" y="27161"/>
                  <a:pt x="85777" y="24885"/>
                </a:cubicBezTo>
                <a:cubicBezTo>
                  <a:pt x="86951" y="22609"/>
                  <a:pt x="87777" y="20701"/>
                  <a:pt x="88254" y="19159"/>
                </a:cubicBezTo>
                <a:cubicBezTo>
                  <a:pt x="88731" y="17618"/>
                  <a:pt x="88970" y="16040"/>
                  <a:pt x="88970" y="14425"/>
                </a:cubicBezTo>
                <a:cubicBezTo>
                  <a:pt x="88970" y="12149"/>
                  <a:pt x="88309" y="10222"/>
                  <a:pt x="86988" y="8644"/>
                </a:cubicBezTo>
                <a:cubicBezTo>
                  <a:pt x="85666" y="7065"/>
                  <a:pt x="83464" y="5983"/>
                  <a:pt x="80381" y="5395"/>
                </a:cubicBezTo>
                <a:lnTo>
                  <a:pt x="80381" y="0"/>
                </a:lnTo>
                <a:lnTo>
                  <a:pt x="121232" y="0"/>
                </a:lnTo>
                <a:lnTo>
                  <a:pt x="121232" y="5395"/>
                </a:lnTo>
                <a:cubicBezTo>
                  <a:pt x="118516" y="6276"/>
                  <a:pt x="116076" y="7561"/>
                  <a:pt x="113910" y="9249"/>
                </a:cubicBezTo>
                <a:cubicBezTo>
                  <a:pt x="111744" y="10938"/>
                  <a:pt x="109432" y="13397"/>
                  <a:pt x="106973" y="16627"/>
                </a:cubicBezTo>
                <a:cubicBezTo>
                  <a:pt x="104514" y="19857"/>
                  <a:pt x="101009" y="24959"/>
                  <a:pt x="96457" y="31932"/>
                </a:cubicBezTo>
                <a:lnTo>
                  <a:pt x="71572" y="70471"/>
                </a:lnTo>
                <a:lnTo>
                  <a:pt x="99540" y="116498"/>
                </a:lnTo>
                <a:cubicBezTo>
                  <a:pt x="103504" y="123031"/>
                  <a:pt x="106349" y="127600"/>
                  <a:pt x="108074" y="130206"/>
                </a:cubicBezTo>
                <a:cubicBezTo>
                  <a:pt x="109799" y="132812"/>
                  <a:pt x="111414" y="135015"/>
                  <a:pt x="112919" y="136813"/>
                </a:cubicBezTo>
                <a:cubicBezTo>
                  <a:pt x="114424" y="138612"/>
                  <a:pt x="116039" y="140171"/>
                  <a:pt x="117764" y="141493"/>
                </a:cubicBezTo>
                <a:cubicBezTo>
                  <a:pt x="119489" y="142814"/>
                  <a:pt x="121636" y="143952"/>
                  <a:pt x="124205" y="144906"/>
                </a:cubicBezTo>
                <a:lnTo>
                  <a:pt x="124205" y="150302"/>
                </a:lnTo>
                <a:lnTo>
                  <a:pt x="75867" y="150302"/>
                </a:lnTo>
                <a:lnTo>
                  <a:pt x="75867" y="144906"/>
                </a:lnTo>
                <a:cubicBezTo>
                  <a:pt x="79243" y="144319"/>
                  <a:pt x="81739" y="143383"/>
                  <a:pt x="83354" y="142098"/>
                </a:cubicBezTo>
                <a:cubicBezTo>
                  <a:pt x="84969" y="140814"/>
                  <a:pt x="85777" y="138887"/>
                  <a:pt x="85777" y="136318"/>
                </a:cubicBezTo>
                <a:cubicBezTo>
                  <a:pt x="85777" y="134262"/>
                  <a:pt x="85244" y="131987"/>
                  <a:pt x="84180" y="129491"/>
                </a:cubicBezTo>
                <a:cubicBezTo>
                  <a:pt x="83116" y="126995"/>
                  <a:pt x="81482" y="123912"/>
                  <a:pt x="79280" y="120241"/>
                </a:cubicBezTo>
                <a:lnTo>
                  <a:pt x="59350" y="86988"/>
                </a:lnTo>
                <a:lnTo>
                  <a:pt x="38319" y="121453"/>
                </a:lnTo>
                <a:cubicBezTo>
                  <a:pt x="34795" y="127252"/>
                  <a:pt x="33033" y="132023"/>
                  <a:pt x="33033" y="135767"/>
                </a:cubicBezTo>
                <a:cubicBezTo>
                  <a:pt x="33033" y="138189"/>
                  <a:pt x="33694" y="140171"/>
                  <a:pt x="35015" y="141713"/>
                </a:cubicBezTo>
                <a:cubicBezTo>
                  <a:pt x="36337" y="143255"/>
                  <a:pt x="38539" y="144319"/>
                  <a:pt x="41622" y="144906"/>
                </a:cubicBezTo>
                <a:lnTo>
                  <a:pt x="41622" y="150302"/>
                </a:lnTo>
                <a:lnTo>
                  <a:pt x="0" y="150302"/>
                </a:lnTo>
                <a:lnTo>
                  <a:pt x="0" y="144906"/>
                </a:lnTo>
                <a:cubicBezTo>
                  <a:pt x="2716" y="144099"/>
                  <a:pt x="4955" y="143126"/>
                  <a:pt x="6717" y="141988"/>
                </a:cubicBezTo>
                <a:cubicBezTo>
                  <a:pt x="8479" y="140851"/>
                  <a:pt x="10167" y="139401"/>
                  <a:pt x="11782" y="137639"/>
                </a:cubicBezTo>
                <a:cubicBezTo>
                  <a:pt x="13397" y="135877"/>
                  <a:pt x="15195" y="133638"/>
                  <a:pt x="17177" y="130922"/>
                </a:cubicBezTo>
                <a:cubicBezTo>
                  <a:pt x="19159" y="128206"/>
                  <a:pt x="22316" y="123471"/>
                  <a:pt x="26647" y="116718"/>
                </a:cubicBezTo>
                <a:lnTo>
                  <a:pt x="52633" y="76197"/>
                </a:lnTo>
                <a:lnTo>
                  <a:pt x="21582" y="25105"/>
                </a:lnTo>
                <a:cubicBezTo>
                  <a:pt x="18645" y="20407"/>
                  <a:pt x="16425" y="16994"/>
                  <a:pt x="14920" y="14865"/>
                </a:cubicBezTo>
                <a:cubicBezTo>
                  <a:pt x="13415" y="12736"/>
                  <a:pt x="12020" y="11011"/>
                  <a:pt x="10736" y="9690"/>
                </a:cubicBezTo>
                <a:cubicBezTo>
                  <a:pt x="9451" y="8368"/>
                  <a:pt x="8295" y="7433"/>
                  <a:pt x="7267" y="6882"/>
                </a:cubicBezTo>
                <a:cubicBezTo>
                  <a:pt x="6240" y="6331"/>
                  <a:pt x="5065" y="5836"/>
                  <a:pt x="3744" y="5395"/>
                </a:cubicBezTo>
                <a:lnTo>
                  <a:pt x="3744" y="0"/>
                </a:lnTo>
                <a:lnTo>
                  <a:pt x="5065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(𝑑)">
            <a:extLst xmlns:a="http://schemas.openxmlformats.org/drawingml/2006/main">
              <a:ext uri="{FF2B5EF4-FFF2-40B4-BE49-F238E27FC236}">
                <a16:creationId xmlns:a16="http://schemas.microsoft.com/office/drawing/2014/main" id="{6A15FA38-A0E3-427A-BF9E-7FBBA14C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891" y="520326"/>
            <a:ext cx="218293" cy="152699"/>
          </a:xfrm>
          <a:custGeom xmlns:a="http://schemas.openxmlformats.org/drawingml/2006/main">
            <a:pathLst>
              <a:path w="218293" h="152699">
                <a:moveTo>
                  <a:pt x="13926" y="75585"/>
                </a:moveTo>
                <a:cubicBezTo>
                  <a:pt x="13926" y="94367"/>
                  <a:pt x="16944" y="109849"/>
                  <a:pt x="22981" y="122030"/>
                </a:cubicBezTo>
                <a:cubicBezTo>
                  <a:pt x="29018" y="134212"/>
                  <a:pt x="38235" y="142369"/>
                  <a:pt x="50631" y="146501"/>
                </a:cubicBezTo>
                <a:lnTo>
                  <a:pt x="48700" y="152699"/>
                </a:lnTo>
                <a:cubicBezTo>
                  <a:pt x="32976" y="148567"/>
                  <a:pt x="20929" y="139672"/>
                  <a:pt x="12557" y="126015"/>
                </a:cubicBezTo>
                <a:cubicBezTo>
                  <a:pt x="4186" y="112358"/>
                  <a:pt x="0" y="95816"/>
                  <a:pt x="0" y="76390"/>
                </a:cubicBezTo>
                <a:cubicBezTo>
                  <a:pt x="0" y="57017"/>
                  <a:pt x="4199" y="40476"/>
                  <a:pt x="12597" y="26765"/>
                </a:cubicBezTo>
                <a:cubicBezTo>
                  <a:pt x="20996" y="13054"/>
                  <a:pt x="33030" y="4132"/>
                  <a:pt x="48700" y="0"/>
                </a:cubicBezTo>
                <a:lnTo>
                  <a:pt x="50873" y="6198"/>
                </a:lnTo>
                <a:cubicBezTo>
                  <a:pt x="38316" y="10330"/>
                  <a:pt x="29018" y="18393"/>
                  <a:pt x="22981" y="30387"/>
                </a:cubicBezTo>
                <a:cubicBezTo>
                  <a:pt x="16944" y="42381"/>
                  <a:pt x="13926" y="57447"/>
                  <a:pt x="13926" y="75585"/>
                </a:cubicBezTo>
                <a:close/>
                <a:moveTo>
                  <a:pt x="131797" y="88545"/>
                </a:moveTo>
                <a:cubicBezTo>
                  <a:pt x="131046" y="91711"/>
                  <a:pt x="130549" y="94233"/>
                  <a:pt x="130308" y="96111"/>
                </a:cubicBezTo>
                <a:cubicBezTo>
                  <a:pt x="130066" y="97989"/>
                  <a:pt x="129946" y="99680"/>
                  <a:pt x="129946" y="101182"/>
                </a:cubicBezTo>
                <a:cubicBezTo>
                  <a:pt x="129946" y="103221"/>
                  <a:pt x="130361" y="104697"/>
                  <a:pt x="131193" y="105610"/>
                </a:cubicBezTo>
                <a:cubicBezTo>
                  <a:pt x="132025" y="106522"/>
                  <a:pt x="133219" y="106978"/>
                  <a:pt x="134775" y="106978"/>
                </a:cubicBezTo>
                <a:cubicBezTo>
                  <a:pt x="135741" y="106978"/>
                  <a:pt x="136694" y="106790"/>
                  <a:pt x="137633" y="106414"/>
                </a:cubicBezTo>
                <a:cubicBezTo>
                  <a:pt x="138572" y="106039"/>
                  <a:pt x="139592" y="105449"/>
                  <a:pt x="140692" y="104644"/>
                </a:cubicBezTo>
                <a:cubicBezTo>
                  <a:pt x="141792" y="103839"/>
                  <a:pt x="142999" y="102806"/>
                  <a:pt x="144314" y="101545"/>
                </a:cubicBezTo>
                <a:cubicBezTo>
                  <a:pt x="145629" y="100283"/>
                  <a:pt x="147118" y="98767"/>
                  <a:pt x="148781" y="96997"/>
                </a:cubicBezTo>
                <a:cubicBezTo>
                  <a:pt x="149640" y="97909"/>
                  <a:pt x="150526" y="98808"/>
                  <a:pt x="151438" y="99693"/>
                </a:cubicBezTo>
                <a:cubicBezTo>
                  <a:pt x="152350" y="100579"/>
                  <a:pt x="153236" y="101451"/>
                  <a:pt x="154094" y="102309"/>
                </a:cubicBezTo>
                <a:cubicBezTo>
                  <a:pt x="151411" y="105046"/>
                  <a:pt x="148969" y="107394"/>
                  <a:pt x="146769" y="109353"/>
                </a:cubicBezTo>
                <a:cubicBezTo>
                  <a:pt x="144569" y="111311"/>
                  <a:pt x="142436" y="112921"/>
                  <a:pt x="140370" y="114182"/>
                </a:cubicBezTo>
                <a:cubicBezTo>
                  <a:pt x="138304" y="115443"/>
                  <a:pt x="136278" y="116356"/>
                  <a:pt x="134292" y="116919"/>
                </a:cubicBezTo>
                <a:cubicBezTo>
                  <a:pt x="132307" y="117483"/>
                  <a:pt x="130241" y="117764"/>
                  <a:pt x="128094" y="117764"/>
                </a:cubicBezTo>
                <a:cubicBezTo>
                  <a:pt x="124230" y="117764"/>
                  <a:pt x="121225" y="116517"/>
                  <a:pt x="119079" y="114021"/>
                </a:cubicBezTo>
                <a:cubicBezTo>
                  <a:pt x="116932" y="111526"/>
                  <a:pt x="115859" y="108105"/>
                  <a:pt x="115859" y="103758"/>
                </a:cubicBezTo>
                <a:cubicBezTo>
                  <a:pt x="115859" y="101343"/>
                  <a:pt x="116235" y="99036"/>
                  <a:pt x="116986" y="96836"/>
                </a:cubicBezTo>
                <a:lnTo>
                  <a:pt x="115859" y="96353"/>
                </a:lnTo>
                <a:cubicBezTo>
                  <a:pt x="113122" y="100163"/>
                  <a:pt x="110466" y="103409"/>
                  <a:pt x="107890" y="106092"/>
                </a:cubicBezTo>
                <a:cubicBezTo>
                  <a:pt x="105314" y="108776"/>
                  <a:pt x="102765" y="110989"/>
                  <a:pt x="100243" y="112733"/>
                </a:cubicBezTo>
                <a:cubicBezTo>
                  <a:pt x="97721" y="114477"/>
                  <a:pt x="95172" y="115752"/>
                  <a:pt x="92596" y="116557"/>
                </a:cubicBezTo>
                <a:cubicBezTo>
                  <a:pt x="90020" y="117362"/>
                  <a:pt x="87337" y="117764"/>
                  <a:pt x="84546" y="117764"/>
                </a:cubicBezTo>
                <a:cubicBezTo>
                  <a:pt x="78160" y="117764"/>
                  <a:pt x="73223" y="115470"/>
                  <a:pt x="69735" y="110882"/>
                </a:cubicBezTo>
                <a:cubicBezTo>
                  <a:pt x="66247" y="106294"/>
                  <a:pt x="64503" y="99626"/>
                  <a:pt x="64503" y="90879"/>
                </a:cubicBezTo>
                <a:cubicBezTo>
                  <a:pt x="64503" y="85674"/>
                  <a:pt x="65053" y="80669"/>
                  <a:pt x="66153" y="75867"/>
                </a:cubicBezTo>
                <a:cubicBezTo>
                  <a:pt x="67253" y="71064"/>
                  <a:pt x="68810" y="66556"/>
                  <a:pt x="70822" y="62343"/>
                </a:cubicBezTo>
                <a:cubicBezTo>
                  <a:pt x="72834" y="58131"/>
                  <a:pt x="75236" y="54294"/>
                  <a:pt x="78026" y="50833"/>
                </a:cubicBezTo>
                <a:cubicBezTo>
                  <a:pt x="80817" y="47371"/>
                  <a:pt x="83876" y="44406"/>
                  <a:pt x="87203" y="41938"/>
                </a:cubicBezTo>
                <a:cubicBezTo>
                  <a:pt x="90530" y="39469"/>
                  <a:pt x="94072" y="37551"/>
                  <a:pt x="97828" y="36183"/>
                </a:cubicBezTo>
                <a:cubicBezTo>
                  <a:pt x="101585" y="34814"/>
                  <a:pt x="105475" y="34130"/>
                  <a:pt x="109500" y="34130"/>
                </a:cubicBezTo>
                <a:cubicBezTo>
                  <a:pt x="113042" y="34130"/>
                  <a:pt x="116288" y="34479"/>
                  <a:pt x="119240" y="35176"/>
                </a:cubicBezTo>
                <a:cubicBezTo>
                  <a:pt x="122191" y="35874"/>
                  <a:pt x="125009" y="37269"/>
                  <a:pt x="127692" y="39362"/>
                </a:cubicBezTo>
                <a:cubicBezTo>
                  <a:pt x="128604" y="35981"/>
                  <a:pt x="129328" y="33097"/>
                  <a:pt x="129865" y="30709"/>
                </a:cubicBezTo>
                <a:cubicBezTo>
                  <a:pt x="130402" y="28321"/>
                  <a:pt x="130844" y="26121"/>
                  <a:pt x="131193" y="24108"/>
                </a:cubicBezTo>
                <a:cubicBezTo>
                  <a:pt x="131542" y="22096"/>
                  <a:pt x="131716" y="20419"/>
                  <a:pt x="131716" y="19077"/>
                </a:cubicBezTo>
                <a:cubicBezTo>
                  <a:pt x="131716" y="17950"/>
                  <a:pt x="131569" y="17011"/>
                  <a:pt x="131274" y="16260"/>
                </a:cubicBezTo>
                <a:cubicBezTo>
                  <a:pt x="130979" y="15509"/>
                  <a:pt x="130455" y="14892"/>
                  <a:pt x="129704" y="14409"/>
                </a:cubicBezTo>
                <a:cubicBezTo>
                  <a:pt x="128953" y="13926"/>
                  <a:pt x="127893" y="13577"/>
                  <a:pt x="126525" y="13362"/>
                </a:cubicBezTo>
                <a:cubicBezTo>
                  <a:pt x="125156" y="13148"/>
                  <a:pt x="123426" y="12987"/>
                  <a:pt x="121333" y="12879"/>
                </a:cubicBezTo>
                <a:lnTo>
                  <a:pt x="122379" y="7406"/>
                </a:lnTo>
                <a:lnTo>
                  <a:pt x="146367" y="6440"/>
                </a:lnTo>
                <a:lnTo>
                  <a:pt x="150472" y="6440"/>
                </a:lnTo>
                <a:lnTo>
                  <a:pt x="131797" y="88545"/>
                </a:lnTo>
                <a:moveTo>
                  <a:pt x="120930" y="70755"/>
                </a:moveTo>
                <a:cubicBezTo>
                  <a:pt x="121520" y="67857"/>
                  <a:pt x="122057" y="64960"/>
                  <a:pt x="122540" y="62062"/>
                </a:cubicBezTo>
                <a:cubicBezTo>
                  <a:pt x="123023" y="59164"/>
                  <a:pt x="123265" y="56508"/>
                  <a:pt x="123265" y="54093"/>
                </a:cubicBezTo>
                <a:cubicBezTo>
                  <a:pt x="123265" y="49746"/>
                  <a:pt x="122285" y="46660"/>
                  <a:pt x="120326" y="44836"/>
                </a:cubicBezTo>
                <a:cubicBezTo>
                  <a:pt x="118368" y="43011"/>
                  <a:pt x="115242" y="42099"/>
                  <a:pt x="110949" y="42099"/>
                </a:cubicBezTo>
                <a:cubicBezTo>
                  <a:pt x="107783" y="42099"/>
                  <a:pt x="104845" y="42783"/>
                  <a:pt x="102135" y="44152"/>
                </a:cubicBezTo>
                <a:cubicBezTo>
                  <a:pt x="99425" y="45520"/>
                  <a:pt x="96943" y="47398"/>
                  <a:pt x="94689" y="49786"/>
                </a:cubicBezTo>
                <a:cubicBezTo>
                  <a:pt x="92435" y="52174"/>
                  <a:pt x="90423" y="54938"/>
                  <a:pt x="88652" y="58077"/>
                </a:cubicBezTo>
                <a:cubicBezTo>
                  <a:pt x="86881" y="61216"/>
                  <a:pt x="85392" y="64570"/>
                  <a:pt x="84184" y="68139"/>
                </a:cubicBezTo>
                <a:cubicBezTo>
                  <a:pt x="82977" y="71708"/>
                  <a:pt x="82064" y="75357"/>
                  <a:pt x="81447" y="79086"/>
                </a:cubicBezTo>
                <a:cubicBezTo>
                  <a:pt x="80830" y="82816"/>
                  <a:pt x="80522" y="86452"/>
                  <a:pt x="80522" y="89993"/>
                </a:cubicBezTo>
                <a:cubicBezTo>
                  <a:pt x="80522" y="95789"/>
                  <a:pt x="81340" y="100096"/>
                  <a:pt x="82977" y="102913"/>
                </a:cubicBezTo>
                <a:cubicBezTo>
                  <a:pt x="84613" y="105730"/>
                  <a:pt x="87256" y="107139"/>
                  <a:pt x="90906" y="107139"/>
                </a:cubicBezTo>
                <a:cubicBezTo>
                  <a:pt x="93374" y="107139"/>
                  <a:pt x="96111" y="106307"/>
                  <a:pt x="99116" y="104644"/>
                </a:cubicBezTo>
                <a:cubicBezTo>
                  <a:pt x="102121" y="102980"/>
                  <a:pt x="105032" y="100579"/>
                  <a:pt x="107850" y="97439"/>
                </a:cubicBezTo>
                <a:cubicBezTo>
                  <a:pt x="110667" y="94300"/>
                  <a:pt x="113256" y="90476"/>
                  <a:pt x="115617" y="85969"/>
                </a:cubicBezTo>
                <a:cubicBezTo>
                  <a:pt x="117979" y="81461"/>
                  <a:pt x="119750" y="76390"/>
                  <a:pt x="120930" y="70755"/>
                </a:cubicBezTo>
                <a:close/>
                <a:moveTo>
                  <a:pt x="204367" y="75585"/>
                </a:moveTo>
                <a:cubicBezTo>
                  <a:pt x="204367" y="57447"/>
                  <a:pt x="201362" y="42381"/>
                  <a:pt x="195352" y="30387"/>
                </a:cubicBezTo>
                <a:cubicBezTo>
                  <a:pt x="189341" y="18393"/>
                  <a:pt x="180031" y="10330"/>
                  <a:pt x="167420" y="6198"/>
                </a:cubicBezTo>
                <a:lnTo>
                  <a:pt x="169593" y="0"/>
                </a:lnTo>
                <a:cubicBezTo>
                  <a:pt x="185263" y="4132"/>
                  <a:pt x="197297" y="13054"/>
                  <a:pt x="205695" y="26765"/>
                </a:cubicBezTo>
                <a:cubicBezTo>
                  <a:pt x="214093" y="40476"/>
                  <a:pt x="218293" y="57017"/>
                  <a:pt x="218293" y="76390"/>
                </a:cubicBezTo>
                <a:cubicBezTo>
                  <a:pt x="218293" y="95816"/>
                  <a:pt x="214107" y="112358"/>
                  <a:pt x="205735" y="126015"/>
                </a:cubicBezTo>
                <a:cubicBezTo>
                  <a:pt x="197364" y="139672"/>
                  <a:pt x="185317" y="148567"/>
                  <a:pt x="169593" y="152699"/>
                </a:cubicBezTo>
                <a:lnTo>
                  <a:pt x="167661" y="146501"/>
                </a:lnTo>
                <a:cubicBezTo>
                  <a:pt x="180057" y="142369"/>
                  <a:pt x="189274" y="134212"/>
                  <a:pt x="195311" y="122030"/>
                </a:cubicBezTo>
                <a:cubicBezTo>
                  <a:pt x="201348" y="109849"/>
                  <a:pt x="204367" y="94367"/>
                  <a:pt x="204367" y="755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E3C542-AFF9-4C4F-8982-85807A54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963" y="1836973"/>
            <a:ext cx="497672" cy="145802"/>
          </a:xfrm>
          <a:custGeom xmlns:a="http://schemas.openxmlformats.org/drawingml/2006/main">
            <a:pathLst>
              <a:path w="497672" h="145802">
                <a:moveTo>
                  <a:pt x="0" y="48601"/>
                </a:moveTo>
                <a:lnTo>
                  <a:pt x="0" y="97202"/>
                </a:lnTo>
                <a:lnTo>
                  <a:pt x="351870" y="97202"/>
                </a:lnTo>
                <a:lnTo>
                  <a:pt x="351870" y="145802"/>
                </a:lnTo>
                <a:lnTo>
                  <a:pt x="497672" y="72901"/>
                </a:lnTo>
                <a:lnTo>
                  <a:pt x="351870" y="0"/>
                </a:lnTo>
                <a:lnTo>
                  <a:pt x="351870" y="48601"/>
                </a:lnTo>
                <a:lnTo>
                  <a:pt x="0" y="486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92928C-5079-46A3-9C49-EEF32A54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840" y="1831681"/>
            <a:ext cx="423475" cy="145694"/>
          </a:xfrm>
          <a:custGeom xmlns:a="http://schemas.openxmlformats.org/drawingml/2006/main">
            <a:pathLst>
              <a:path w="423475" h="145694">
                <a:moveTo>
                  <a:pt x="278861" y="145694"/>
                </a:moveTo>
                <a:lnTo>
                  <a:pt x="423475" y="70417"/>
                </a:lnTo>
                <a:lnTo>
                  <a:pt x="276484" y="0"/>
                </a:lnTo>
                <a:lnTo>
                  <a:pt x="277277" y="48577"/>
                </a:lnTo>
                <a:lnTo>
                  <a:pt x="0" y="53245"/>
                </a:lnTo>
                <a:lnTo>
                  <a:pt x="864" y="101738"/>
                </a:lnTo>
                <a:lnTo>
                  <a:pt x="278069" y="97171"/>
                </a:lnTo>
                <a:lnTo>
                  <a:pt x="278861" y="1456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A9C4D-0DF9-4EC8-946E-A713BFBD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598" y="873057"/>
            <a:ext cx="98498" cy="2073634"/>
          </a:xfrm>
          <a:custGeom xmlns:a="http://schemas.openxmlformats.org/drawingml/2006/main">
            <a:pathLst>
              <a:path w="98498" h="2073634">
                <a:moveTo>
                  <a:pt x="0" y="2073634"/>
                </a:moveTo>
                <a:lnTo>
                  <a:pt x="0" y="0"/>
                </a:lnTo>
                <a:lnTo>
                  <a:pt x="98498" y="0"/>
                </a:lnTo>
                <a:lnTo>
                  <a:pt x="98498" y="2073634"/>
                </a:lnTo>
                <a:lnTo>
                  <a:pt x="0" y="2073634"/>
                </a:ln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1F5AC8-0F6D-4C8D-9730-11881CDD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598" y="873057"/>
            <a:ext cx="98498" cy="2073634"/>
          </a:xfrm>
          <a:custGeom xmlns:a="http://schemas.openxmlformats.org/drawingml/2006/main">
            <a:pathLst>
              <a:path w="98498" h="2073634" fill="none">
                <a:moveTo>
                  <a:pt x="0" y="2073634"/>
                </a:moveTo>
                <a:lnTo>
                  <a:pt x="98498" y="2073634"/>
                </a:lnTo>
                <a:lnTo>
                  <a:pt x="98498" y="0"/>
                </a:lnTo>
                <a:lnTo>
                  <a:pt x="0" y="0"/>
                </a:lnTo>
                <a:lnTo>
                  <a:pt x="0" y="20736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00" cap="flat">
            <a:solidFill>
              <a:srgbClr val="000000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C15646-10A5-429D-87EF-4625D8B6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176" y="1835353"/>
            <a:ext cx="1135314" cy="145802"/>
          </a:xfrm>
          <a:custGeom xmlns:a="http://schemas.openxmlformats.org/drawingml/2006/main">
            <a:pathLst>
              <a:path w="1135314" h="145802">
                <a:moveTo>
                  <a:pt x="216" y="42445"/>
                </a:moveTo>
                <a:lnTo>
                  <a:pt x="0" y="91045"/>
                </a:lnTo>
                <a:lnTo>
                  <a:pt x="989368" y="97160"/>
                </a:lnTo>
                <a:lnTo>
                  <a:pt x="989080" y="145802"/>
                </a:lnTo>
                <a:lnTo>
                  <a:pt x="1135314" y="73765"/>
                </a:lnTo>
                <a:lnTo>
                  <a:pt x="989944" y="0"/>
                </a:lnTo>
                <a:lnTo>
                  <a:pt x="989656" y="48559"/>
                </a:lnTo>
                <a:lnTo>
                  <a:pt x="216" y="42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ො">
            <a:extLst xmlns:a="http://schemas.openxmlformats.org/drawingml/2006/main">
              <a:ext uri="{FF2B5EF4-FFF2-40B4-BE49-F238E27FC236}">
                <a16:creationId xmlns:a16="http://schemas.microsoft.com/office/drawing/2014/main" id="{490BEE7C-F6B1-4593-9DB5-933DF225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101" y="543235"/>
            <a:ext cx="91608" cy="41008"/>
          </a:xfrm>
          <a:custGeom xmlns:a="http://schemas.openxmlformats.org/drawingml/2006/main">
            <a:pathLst>
              <a:path w="91608" h="41008">
                <a:moveTo>
                  <a:pt x="54127" y="0"/>
                </a:moveTo>
                <a:lnTo>
                  <a:pt x="91608" y="34725"/>
                </a:lnTo>
                <a:lnTo>
                  <a:pt x="85655" y="41008"/>
                </a:lnTo>
                <a:lnTo>
                  <a:pt x="46741" y="14221"/>
                </a:lnTo>
                <a:lnTo>
                  <a:pt x="45528" y="14221"/>
                </a:lnTo>
                <a:lnTo>
                  <a:pt x="5953" y="41008"/>
                </a:lnTo>
                <a:lnTo>
                  <a:pt x="0" y="34725"/>
                </a:lnTo>
                <a:lnTo>
                  <a:pt x="39355" y="0"/>
                </a:lnTo>
                <a:lnTo>
                  <a:pt x="5412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ϵ">
            <a:extLst xmlns:a="http://schemas.openxmlformats.org/drawingml/2006/main">
              <a:ext uri="{FF2B5EF4-FFF2-40B4-BE49-F238E27FC236}">
                <a16:creationId xmlns:a16="http://schemas.microsoft.com/office/drawing/2014/main" id="{8D5AA9F0-4250-4CE7-A215-C1BCEC51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195" y="594937"/>
            <a:ext cx="84552" cy="109025"/>
          </a:xfrm>
          <a:custGeom xmlns:a="http://schemas.openxmlformats.org/drawingml/2006/main">
            <a:pathLst>
              <a:path w="84552" h="109025">
                <a:moveTo>
                  <a:pt x="78599" y="46631"/>
                </a:moveTo>
                <a:lnTo>
                  <a:pt x="78599" y="58095"/>
                </a:lnTo>
                <a:lnTo>
                  <a:pt x="19953" y="58095"/>
                </a:lnTo>
                <a:lnTo>
                  <a:pt x="19843" y="59418"/>
                </a:lnTo>
                <a:cubicBezTo>
                  <a:pt x="19696" y="61329"/>
                  <a:pt x="19788" y="63828"/>
                  <a:pt x="20118" y="66914"/>
                </a:cubicBezTo>
                <a:cubicBezTo>
                  <a:pt x="20449" y="70001"/>
                  <a:pt x="20908" y="72628"/>
                  <a:pt x="21496" y="74796"/>
                </a:cubicBezTo>
                <a:cubicBezTo>
                  <a:pt x="22084" y="76964"/>
                  <a:pt x="22819" y="79022"/>
                  <a:pt x="23701" y="80970"/>
                </a:cubicBezTo>
                <a:cubicBezTo>
                  <a:pt x="24583" y="82917"/>
                  <a:pt x="25575" y="84663"/>
                  <a:pt x="26678" y="86206"/>
                </a:cubicBezTo>
                <a:cubicBezTo>
                  <a:pt x="27780" y="87749"/>
                  <a:pt x="28993" y="89146"/>
                  <a:pt x="30315" y="90395"/>
                </a:cubicBezTo>
                <a:cubicBezTo>
                  <a:pt x="31638" y="91644"/>
                  <a:pt x="33035" y="92728"/>
                  <a:pt x="34504" y="93647"/>
                </a:cubicBezTo>
                <a:cubicBezTo>
                  <a:pt x="35974" y="94566"/>
                  <a:pt x="37573" y="95374"/>
                  <a:pt x="39300" y="96072"/>
                </a:cubicBezTo>
                <a:cubicBezTo>
                  <a:pt x="41027" y="96770"/>
                  <a:pt x="42846" y="97285"/>
                  <a:pt x="44757" y="97616"/>
                </a:cubicBezTo>
                <a:cubicBezTo>
                  <a:pt x="46667" y="97946"/>
                  <a:pt x="48652" y="98112"/>
                  <a:pt x="50709" y="98112"/>
                </a:cubicBezTo>
                <a:cubicBezTo>
                  <a:pt x="56442" y="98112"/>
                  <a:pt x="61549" y="97707"/>
                  <a:pt x="66032" y="96899"/>
                </a:cubicBezTo>
                <a:cubicBezTo>
                  <a:pt x="70515" y="96091"/>
                  <a:pt x="75697" y="94621"/>
                  <a:pt x="81576" y="92489"/>
                </a:cubicBezTo>
                <a:lnTo>
                  <a:pt x="84442" y="101308"/>
                </a:lnTo>
                <a:cubicBezTo>
                  <a:pt x="77754" y="104101"/>
                  <a:pt x="71434" y="106085"/>
                  <a:pt x="65481" y="107261"/>
                </a:cubicBezTo>
                <a:cubicBezTo>
                  <a:pt x="59528" y="108437"/>
                  <a:pt x="53098" y="109025"/>
                  <a:pt x="46190" y="109025"/>
                </a:cubicBezTo>
                <a:cubicBezTo>
                  <a:pt x="36709" y="109025"/>
                  <a:pt x="28496" y="107041"/>
                  <a:pt x="21551" y="103072"/>
                </a:cubicBezTo>
                <a:cubicBezTo>
                  <a:pt x="14606" y="99104"/>
                  <a:pt x="9278" y="93169"/>
                  <a:pt x="5567" y="85269"/>
                </a:cubicBezTo>
                <a:cubicBezTo>
                  <a:pt x="1856" y="77369"/>
                  <a:pt x="0" y="67796"/>
                  <a:pt x="0" y="56552"/>
                </a:cubicBezTo>
                <a:cubicBezTo>
                  <a:pt x="0" y="45822"/>
                  <a:pt x="2150" y="36103"/>
                  <a:pt x="6449" y="27394"/>
                </a:cubicBezTo>
                <a:cubicBezTo>
                  <a:pt x="10748" y="18685"/>
                  <a:pt x="16977" y="11942"/>
                  <a:pt x="25134" y="7165"/>
                </a:cubicBezTo>
                <a:cubicBezTo>
                  <a:pt x="33292" y="2388"/>
                  <a:pt x="42846" y="0"/>
                  <a:pt x="53796" y="0"/>
                </a:cubicBezTo>
                <a:cubicBezTo>
                  <a:pt x="59381" y="0"/>
                  <a:pt x="64526" y="386"/>
                  <a:pt x="69229" y="1157"/>
                </a:cubicBezTo>
                <a:cubicBezTo>
                  <a:pt x="73933" y="1929"/>
                  <a:pt x="79040" y="3307"/>
                  <a:pt x="84552" y="5291"/>
                </a:cubicBezTo>
                <a:lnTo>
                  <a:pt x="81576" y="14221"/>
                </a:lnTo>
                <a:cubicBezTo>
                  <a:pt x="76872" y="12971"/>
                  <a:pt x="72702" y="12089"/>
                  <a:pt x="69064" y="11575"/>
                </a:cubicBezTo>
                <a:cubicBezTo>
                  <a:pt x="65426" y="11061"/>
                  <a:pt x="61623" y="10803"/>
                  <a:pt x="57654" y="10803"/>
                </a:cubicBezTo>
                <a:cubicBezTo>
                  <a:pt x="51334" y="10803"/>
                  <a:pt x="45491" y="12108"/>
                  <a:pt x="40127" y="14717"/>
                </a:cubicBezTo>
                <a:cubicBezTo>
                  <a:pt x="34762" y="17326"/>
                  <a:pt x="30297" y="21349"/>
                  <a:pt x="26733" y="26788"/>
                </a:cubicBezTo>
                <a:cubicBezTo>
                  <a:pt x="23168" y="32226"/>
                  <a:pt x="21019" y="38840"/>
                  <a:pt x="20284" y="46631"/>
                </a:cubicBezTo>
                <a:lnTo>
                  <a:pt x="78599" y="466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𝑡">
            <a:extLst xmlns:a="http://schemas.openxmlformats.org/drawingml/2006/main">
              <a:ext uri="{FF2B5EF4-FFF2-40B4-BE49-F238E27FC236}">
                <a16:creationId xmlns:a16="http://schemas.microsoft.com/office/drawing/2014/main" id="{84AFAB02-3199-421F-8296-20FA7EDC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3715" y="648397"/>
            <a:ext cx="58428" cy="102229"/>
          </a:xfrm>
          <a:custGeom xmlns:a="http://schemas.openxmlformats.org/drawingml/2006/main">
            <a:pathLst>
              <a:path w="58428" h="102229">
                <a:moveTo>
                  <a:pt x="50632" y="85271"/>
                </a:moveTo>
                <a:cubicBezTo>
                  <a:pt x="47900" y="88325"/>
                  <a:pt x="45301" y="90924"/>
                  <a:pt x="42836" y="93067"/>
                </a:cubicBezTo>
                <a:cubicBezTo>
                  <a:pt x="40372" y="95210"/>
                  <a:pt x="37961" y="96965"/>
                  <a:pt x="35603" y="98331"/>
                </a:cubicBezTo>
                <a:cubicBezTo>
                  <a:pt x="33246" y="99697"/>
                  <a:pt x="30915" y="100688"/>
                  <a:pt x="28611" y="101304"/>
                </a:cubicBezTo>
                <a:cubicBezTo>
                  <a:pt x="26307" y="101921"/>
                  <a:pt x="23950" y="102229"/>
                  <a:pt x="21539" y="102229"/>
                </a:cubicBezTo>
                <a:cubicBezTo>
                  <a:pt x="15163" y="102229"/>
                  <a:pt x="10408" y="100729"/>
                  <a:pt x="7273" y="97728"/>
                </a:cubicBezTo>
                <a:cubicBezTo>
                  <a:pt x="4139" y="94728"/>
                  <a:pt x="2572" y="90307"/>
                  <a:pt x="2572" y="84467"/>
                </a:cubicBezTo>
                <a:cubicBezTo>
                  <a:pt x="2572" y="82485"/>
                  <a:pt x="2719" y="80302"/>
                  <a:pt x="3014" y="77917"/>
                </a:cubicBezTo>
                <a:cubicBezTo>
                  <a:pt x="3309" y="75533"/>
                  <a:pt x="3724" y="73216"/>
                  <a:pt x="4260" y="70965"/>
                </a:cubicBezTo>
                <a:lnTo>
                  <a:pt x="13823" y="29334"/>
                </a:lnTo>
                <a:lnTo>
                  <a:pt x="0" y="29334"/>
                </a:lnTo>
                <a:lnTo>
                  <a:pt x="1607" y="23146"/>
                </a:lnTo>
                <a:cubicBezTo>
                  <a:pt x="4822" y="23146"/>
                  <a:pt x="7327" y="22838"/>
                  <a:pt x="9122" y="22222"/>
                </a:cubicBezTo>
                <a:cubicBezTo>
                  <a:pt x="10917" y="21606"/>
                  <a:pt x="12430" y="20762"/>
                  <a:pt x="13663" y="19690"/>
                </a:cubicBezTo>
                <a:cubicBezTo>
                  <a:pt x="14466" y="18940"/>
                  <a:pt x="15243" y="18016"/>
                  <a:pt x="15993" y="16918"/>
                </a:cubicBezTo>
                <a:cubicBezTo>
                  <a:pt x="16743" y="15819"/>
                  <a:pt x="17494" y="14493"/>
                  <a:pt x="18244" y="12939"/>
                </a:cubicBezTo>
                <a:cubicBezTo>
                  <a:pt x="18994" y="11386"/>
                  <a:pt x="19757" y="9550"/>
                  <a:pt x="20534" y="7434"/>
                </a:cubicBezTo>
                <a:cubicBezTo>
                  <a:pt x="21311" y="5318"/>
                  <a:pt x="22182" y="2840"/>
                  <a:pt x="23146" y="0"/>
                </a:cubicBezTo>
                <a:lnTo>
                  <a:pt x="35684" y="0"/>
                </a:lnTo>
                <a:lnTo>
                  <a:pt x="31103" y="20414"/>
                </a:lnTo>
                <a:lnTo>
                  <a:pt x="58428" y="20414"/>
                </a:lnTo>
                <a:lnTo>
                  <a:pt x="56579" y="29334"/>
                </a:lnTo>
                <a:lnTo>
                  <a:pt x="29334" y="29334"/>
                </a:lnTo>
                <a:lnTo>
                  <a:pt x="21137" y="63009"/>
                </a:lnTo>
                <a:cubicBezTo>
                  <a:pt x="20601" y="65259"/>
                  <a:pt x="20159" y="67282"/>
                  <a:pt x="19811" y="69077"/>
                </a:cubicBezTo>
                <a:cubicBezTo>
                  <a:pt x="19463" y="70872"/>
                  <a:pt x="19181" y="72492"/>
                  <a:pt x="18967" y="73939"/>
                </a:cubicBezTo>
                <a:cubicBezTo>
                  <a:pt x="18753" y="75386"/>
                  <a:pt x="18605" y="76698"/>
                  <a:pt x="18525" y="77877"/>
                </a:cubicBezTo>
                <a:cubicBezTo>
                  <a:pt x="18445" y="79056"/>
                  <a:pt x="18404" y="80154"/>
                  <a:pt x="18404" y="81172"/>
                </a:cubicBezTo>
                <a:cubicBezTo>
                  <a:pt x="18404" y="84387"/>
                  <a:pt x="19074" y="86905"/>
                  <a:pt x="20414" y="88727"/>
                </a:cubicBezTo>
                <a:cubicBezTo>
                  <a:pt x="21753" y="90548"/>
                  <a:pt x="23950" y="91459"/>
                  <a:pt x="27004" y="91459"/>
                </a:cubicBezTo>
                <a:cubicBezTo>
                  <a:pt x="29576" y="91459"/>
                  <a:pt x="32308" y="90508"/>
                  <a:pt x="35201" y="88606"/>
                </a:cubicBezTo>
                <a:cubicBezTo>
                  <a:pt x="38095" y="86704"/>
                  <a:pt x="41390" y="83717"/>
                  <a:pt x="45087" y="79645"/>
                </a:cubicBezTo>
                <a:lnTo>
                  <a:pt x="50632" y="852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5b6f57752481f"/>
          <a:stretch xmlns:a="http://schemas.openxmlformats.org/drawingml/2006/main"/>
        </p:blipFill>
        <p:spPr>
          <a:xfrm xmlns:a="http://schemas.openxmlformats.org/drawingml/2006/main">
            <a:off x="8816494" y="1222983"/>
            <a:ext cx="1377670" cy="1377670"/>
          </a:xfrm>
          <a:prstGeom xmlns:a="http://schemas.openxmlformats.org/drawingml/2006/main" prst="rect">
            <a:avLst/>
          </a:prstGeom>
        </p:spPr>
      </p:pic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C3656-048A-48A2-91F0-D54A152E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390" y="1218879"/>
            <a:ext cx="1385770" cy="1385770"/>
          </a:xfrm>
          <a:custGeom xmlns:a="http://schemas.openxmlformats.org/drawingml/2006/main">
            <a:pathLst>
              <a:path w="1385770" h="1385770" fill="none">
                <a:moveTo>
                  <a:pt x="0" y="1385770"/>
                </a:moveTo>
                <a:lnTo>
                  <a:pt x="1385770" y="1385770"/>
                </a:lnTo>
                <a:lnTo>
                  <a:pt x="1385770" y="0"/>
                </a:lnTo>
                <a:lnTo>
                  <a:pt x="0" y="0"/>
                </a:lnTo>
                <a:lnTo>
                  <a:pt x="0" y="13857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00" cap="flat">
            <a:solidFill>
              <a:srgbClr val="000000"/>
            </a:solidFill>
            <a:round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5ABB6F-69FB-4B5B-9398-9973D4D8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988" y="1838269"/>
            <a:ext cx="390750" cy="145802"/>
          </a:xfrm>
          <a:custGeom xmlns:a="http://schemas.openxmlformats.org/drawingml/2006/main">
            <a:pathLst>
              <a:path w="390750" h="145802">
                <a:moveTo>
                  <a:pt x="216" y="47305"/>
                </a:moveTo>
                <a:lnTo>
                  <a:pt x="0" y="95906"/>
                </a:lnTo>
                <a:lnTo>
                  <a:pt x="244876" y="97183"/>
                </a:lnTo>
                <a:lnTo>
                  <a:pt x="244624" y="145802"/>
                </a:lnTo>
                <a:lnTo>
                  <a:pt x="390750" y="73549"/>
                </a:lnTo>
                <a:lnTo>
                  <a:pt x="245380" y="0"/>
                </a:lnTo>
                <a:lnTo>
                  <a:pt x="245128" y="48582"/>
                </a:lnTo>
                <a:lnTo>
                  <a:pt x="216" y="473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D10F2-4045-4D72-A3E2-9D391E48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07" y="2600653"/>
            <a:ext cx="6066890" cy="1152703"/>
          </a:xfrm>
          <a:custGeom xmlns:a="http://schemas.openxmlformats.org/drawingml/2006/main">
            <a:pathLst>
              <a:path w="6066890" h="1152703">
                <a:moveTo>
                  <a:pt x="6066890" y="1152703"/>
                </a:moveTo>
                <a:lnTo>
                  <a:pt x="6066890" y="0"/>
                </a:lnTo>
                <a:lnTo>
                  <a:pt x="6018289" y="0"/>
                </a:lnTo>
                <a:lnTo>
                  <a:pt x="6018289" y="1104102"/>
                </a:lnTo>
                <a:lnTo>
                  <a:pt x="97202" y="1104102"/>
                </a:lnTo>
                <a:lnTo>
                  <a:pt x="97202" y="920391"/>
                </a:lnTo>
                <a:lnTo>
                  <a:pt x="145802" y="920391"/>
                </a:lnTo>
                <a:lnTo>
                  <a:pt x="72901" y="774589"/>
                </a:lnTo>
                <a:lnTo>
                  <a:pt x="0" y="920391"/>
                </a:lnTo>
                <a:lnTo>
                  <a:pt x="48601" y="920391"/>
                </a:lnTo>
                <a:lnTo>
                  <a:pt x="48601" y="1152703"/>
                </a:lnTo>
                <a:lnTo>
                  <a:pt x="6066890" y="11527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27954-A082-4B8A-BAB6-29CC2670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880" y="3850017"/>
            <a:ext cx="9797919" cy="1478760"/>
          </a:xfrm>
          <a:custGeom xmlns:a="http://schemas.openxmlformats.org/drawingml/2006/main">
            <a:pathLst>
              <a:path w="9797919" h="1478760">
                <a:moveTo>
                  <a:pt x="0" y="1478760"/>
                </a:moveTo>
                <a:lnTo>
                  <a:pt x="0" y="0"/>
                </a:lnTo>
                <a:lnTo>
                  <a:pt x="9797919" y="0"/>
                </a:lnTo>
                <a:lnTo>
                  <a:pt x="9797919" y="1478760"/>
                </a:lnTo>
                <a:lnTo>
                  <a:pt x="0" y="1478760"/>
                </a:lnTo>
                <a:close/>
              </a:path>
            </a:pathLst>
          </a:custGeom>
          <a:solidFill xmlns:a="http://schemas.openxmlformats.org/drawingml/2006/main">
            <a:srgbClr val="E8F1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7356A1-37AD-4FA7-87C1-AD83F657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880" y="3850017"/>
            <a:ext cx="9797919" cy="1478760"/>
          </a:xfrm>
          <a:custGeom xmlns:a="http://schemas.openxmlformats.org/drawingml/2006/main">
            <a:pathLst>
              <a:path w="9797919" h="1478760" fill="none">
                <a:moveTo>
                  <a:pt x="0" y="1478760"/>
                </a:moveTo>
                <a:lnTo>
                  <a:pt x="9797919" y="1478760"/>
                </a:lnTo>
                <a:lnTo>
                  <a:pt x="9797919" y="0"/>
                </a:lnTo>
                <a:lnTo>
                  <a:pt x="0" y="0"/>
                </a:lnTo>
                <a:lnTo>
                  <a:pt x="0" y="147876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00" cap="flat">
            <a:solidFill>
              <a:srgbClr val="000000"/>
            </a:solidFill>
            <a:miter/>
          </a:ln>
        </p:spPr>
      </p:sp>
      <p:sp>
        <p:nvSpPr>
          <p:cNvPr id="49" name="Text I">
            <a:extLst xmlns:a="http://schemas.openxmlformats.org/drawingml/2006/main">
              <a:ext uri="{FF2B5EF4-FFF2-40B4-BE49-F238E27FC236}">
                <a16:creationId xmlns:a16="http://schemas.microsoft.com/office/drawing/2014/main" id="{7494FB05-44B3-40F3-A4C5-275A9F29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78" y="5117556"/>
            <a:ext cx="216203" cy="96998"/>
          </a:xfrm>
          <a:custGeom xmlns:a="http://schemas.openxmlformats.org/drawingml/2006/main">
            <a:pathLst>
              <a:path w="216203" h="96998">
                <a:moveTo>
                  <a:pt x="216203" y="96998"/>
                </a:moveTo>
                <a:lnTo>
                  <a:pt x="216203" y="0"/>
                </a:lnTo>
                <a:lnTo>
                  <a:pt x="209999" y="0"/>
                </a:lnTo>
                <a:cubicBezTo>
                  <a:pt x="209346" y="26781"/>
                  <a:pt x="204776" y="31351"/>
                  <a:pt x="180606" y="32004"/>
                </a:cubicBezTo>
                <a:lnTo>
                  <a:pt x="35597" y="32004"/>
                </a:lnTo>
                <a:cubicBezTo>
                  <a:pt x="11103" y="31351"/>
                  <a:pt x="7181" y="27105"/>
                  <a:pt x="6204" y="0"/>
                </a:cubicBezTo>
                <a:lnTo>
                  <a:pt x="0" y="0"/>
                </a:lnTo>
                <a:lnTo>
                  <a:pt x="0" y="96998"/>
                </a:lnTo>
                <a:lnTo>
                  <a:pt x="6204" y="96998"/>
                </a:lnTo>
                <a:cubicBezTo>
                  <a:pt x="7834" y="69235"/>
                  <a:pt x="11103" y="65642"/>
                  <a:pt x="35597" y="65318"/>
                </a:cubicBezTo>
                <a:lnTo>
                  <a:pt x="180606" y="65318"/>
                </a:lnTo>
                <a:cubicBezTo>
                  <a:pt x="205429" y="65642"/>
                  <a:pt x="209022" y="69564"/>
                  <a:pt x="209999" y="96998"/>
                </a:cubicBezTo>
                <a:lnTo>
                  <a:pt x="216203" y="969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n">
            <a:extLst xmlns:a="http://schemas.openxmlformats.org/drawingml/2006/main">
              <a:ext uri="{FF2B5EF4-FFF2-40B4-BE49-F238E27FC236}">
                <a16:creationId xmlns:a16="http://schemas.microsoft.com/office/drawing/2014/main" id="{0D3F9335-8DA1-45F8-9783-2D92B6E0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50" y="4953273"/>
            <a:ext cx="150232" cy="153177"/>
          </a:xfrm>
          <a:custGeom xmlns:a="http://schemas.openxmlformats.org/drawingml/2006/main">
            <a:pathLst>
              <a:path w="150232" h="153177">
                <a:moveTo>
                  <a:pt x="150232" y="152524"/>
                </a:moveTo>
                <a:lnTo>
                  <a:pt x="150232" y="83284"/>
                </a:lnTo>
                <a:lnTo>
                  <a:pt x="145333" y="83284"/>
                </a:lnTo>
                <a:cubicBezTo>
                  <a:pt x="144356" y="99615"/>
                  <a:pt x="140111" y="104842"/>
                  <a:pt x="128354" y="104842"/>
                </a:cubicBezTo>
                <a:lnTo>
                  <a:pt x="36579" y="104842"/>
                </a:lnTo>
                <a:cubicBezTo>
                  <a:pt x="21882" y="89164"/>
                  <a:pt x="17960" y="81978"/>
                  <a:pt x="17960" y="71199"/>
                </a:cubicBezTo>
                <a:cubicBezTo>
                  <a:pt x="17960" y="55197"/>
                  <a:pt x="28087" y="47358"/>
                  <a:pt x="49640" y="47358"/>
                </a:cubicBezTo>
                <a:lnTo>
                  <a:pt x="117899" y="47358"/>
                </a:lnTo>
                <a:cubicBezTo>
                  <a:pt x="139129" y="48011"/>
                  <a:pt x="144356" y="51933"/>
                  <a:pt x="145333" y="67935"/>
                </a:cubicBezTo>
                <a:lnTo>
                  <a:pt x="150232" y="67935"/>
                </a:lnTo>
                <a:lnTo>
                  <a:pt x="150232" y="0"/>
                </a:lnTo>
                <a:lnTo>
                  <a:pt x="145333" y="0"/>
                </a:lnTo>
                <a:cubicBezTo>
                  <a:pt x="143704" y="16007"/>
                  <a:pt x="139782" y="19600"/>
                  <a:pt x="123780" y="19924"/>
                </a:cubicBezTo>
                <a:lnTo>
                  <a:pt x="48988" y="19924"/>
                </a:lnTo>
                <a:cubicBezTo>
                  <a:pt x="18289" y="19924"/>
                  <a:pt x="0" y="34296"/>
                  <a:pt x="0" y="58461"/>
                </a:cubicBezTo>
                <a:cubicBezTo>
                  <a:pt x="0" y="73486"/>
                  <a:pt x="5552" y="83613"/>
                  <a:pt x="26452" y="105819"/>
                </a:cubicBezTo>
                <a:lnTo>
                  <a:pt x="653" y="105819"/>
                </a:lnTo>
                <a:lnTo>
                  <a:pt x="0" y="108107"/>
                </a:lnTo>
                <a:cubicBezTo>
                  <a:pt x="6204" y="125090"/>
                  <a:pt x="9798" y="136193"/>
                  <a:pt x="14696" y="153177"/>
                </a:cubicBezTo>
                <a:lnTo>
                  <a:pt x="20248" y="153177"/>
                </a:lnTo>
                <a:cubicBezTo>
                  <a:pt x="19271" y="150890"/>
                  <a:pt x="18942" y="147950"/>
                  <a:pt x="18942" y="144356"/>
                </a:cubicBezTo>
                <a:cubicBezTo>
                  <a:pt x="18942" y="135212"/>
                  <a:pt x="23841" y="132276"/>
                  <a:pt x="39843" y="132276"/>
                </a:cubicBezTo>
                <a:lnTo>
                  <a:pt x="120839" y="132276"/>
                </a:lnTo>
                <a:cubicBezTo>
                  <a:pt x="140111" y="132600"/>
                  <a:pt x="144356" y="136193"/>
                  <a:pt x="145333" y="152524"/>
                </a:cubicBezTo>
                <a:lnTo>
                  <a:pt x="150232" y="1525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f">
            <a:extLst xmlns:a="http://schemas.openxmlformats.org/drawingml/2006/main">
              <a:ext uri="{FF2B5EF4-FFF2-40B4-BE49-F238E27FC236}">
                <a16:creationId xmlns:a16="http://schemas.microsoft.com/office/drawing/2014/main" id="{8D523BDA-FBD5-4EEA-A673-29B34BAF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16" y="4823289"/>
            <a:ext cx="223066" cy="118557"/>
          </a:xfrm>
          <a:custGeom xmlns:a="http://schemas.openxmlformats.org/drawingml/2006/main">
            <a:pathLst>
              <a:path w="223066" h="118557">
                <a:moveTo>
                  <a:pt x="76098" y="24170"/>
                </a:moveTo>
                <a:lnTo>
                  <a:pt x="76098" y="64342"/>
                </a:lnTo>
                <a:lnTo>
                  <a:pt x="38213" y="64342"/>
                </a:lnTo>
                <a:cubicBezTo>
                  <a:pt x="18942" y="64342"/>
                  <a:pt x="9145" y="58137"/>
                  <a:pt x="9145" y="45723"/>
                </a:cubicBezTo>
                <a:cubicBezTo>
                  <a:pt x="9145" y="38537"/>
                  <a:pt x="12414" y="34291"/>
                  <a:pt x="21882" y="28416"/>
                </a:cubicBezTo>
                <a:cubicBezTo>
                  <a:pt x="30374" y="23188"/>
                  <a:pt x="33643" y="19271"/>
                  <a:pt x="33643" y="13720"/>
                </a:cubicBezTo>
                <a:cubicBezTo>
                  <a:pt x="33643" y="5881"/>
                  <a:pt x="27763" y="0"/>
                  <a:pt x="20253" y="0"/>
                </a:cubicBezTo>
                <a:cubicBezTo>
                  <a:pt x="8492" y="0"/>
                  <a:pt x="0" y="14372"/>
                  <a:pt x="0" y="33967"/>
                </a:cubicBezTo>
                <a:cubicBezTo>
                  <a:pt x="0" y="54544"/>
                  <a:pt x="8821" y="71528"/>
                  <a:pt x="23517" y="80020"/>
                </a:cubicBezTo>
                <a:cubicBezTo>
                  <a:pt x="38213" y="88507"/>
                  <a:pt x="49969" y="91123"/>
                  <a:pt x="76098" y="91447"/>
                </a:cubicBezTo>
                <a:lnTo>
                  <a:pt x="76098" y="118228"/>
                </a:lnTo>
                <a:lnTo>
                  <a:pt x="86548" y="118228"/>
                </a:lnTo>
                <a:lnTo>
                  <a:pt x="86548" y="91447"/>
                </a:lnTo>
                <a:lnTo>
                  <a:pt x="189103" y="91447"/>
                </a:lnTo>
                <a:cubicBezTo>
                  <a:pt x="213597" y="92100"/>
                  <a:pt x="217190" y="95369"/>
                  <a:pt x="218167" y="118557"/>
                </a:cubicBezTo>
                <a:lnTo>
                  <a:pt x="223066" y="118557"/>
                </a:lnTo>
                <a:lnTo>
                  <a:pt x="223066" y="33638"/>
                </a:lnTo>
                <a:lnTo>
                  <a:pt x="218167" y="33638"/>
                </a:lnTo>
                <a:cubicBezTo>
                  <a:pt x="217190" y="60420"/>
                  <a:pt x="213597" y="64013"/>
                  <a:pt x="189103" y="64013"/>
                </a:cubicBezTo>
                <a:lnTo>
                  <a:pt x="86548" y="64013"/>
                </a:lnTo>
                <a:lnTo>
                  <a:pt x="86548" y="24170"/>
                </a:lnTo>
                <a:lnTo>
                  <a:pt x="76098" y="241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e">
            <a:extLst xmlns:a="http://schemas.openxmlformats.org/drawingml/2006/main">
              <a:ext uri="{FF2B5EF4-FFF2-40B4-BE49-F238E27FC236}">
                <a16:creationId xmlns:a16="http://schemas.microsoft.com/office/drawing/2014/main" id="{04B53BEE-02C8-49C2-AB03-B2A895BB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50" y="4701142"/>
            <a:ext cx="153501" cy="130313"/>
          </a:xfrm>
          <a:custGeom xmlns:a="http://schemas.openxmlformats.org/drawingml/2006/main">
            <a:pathLst>
              <a:path w="153501" h="130313">
                <a:moveTo>
                  <a:pt x="96675" y="5228"/>
                </a:moveTo>
                <a:cubicBezTo>
                  <a:pt x="121492" y="20901"/>
                  <a:pt x="130966" y="34949"/>
                  <a:pt x="130966" y="55850"/>
                </a:cubicBezTo>
                <a:cubicBezTo>
                  <a:pt x="130966" y="74463"/>
                  <a:pt x="121492" y="88507"/>
                  <a:pt x="102879" y="97980"/>
                </a:cubicBezTo>
                <a:cubicBezTo>
                  <a:pt x="90465" y="103861"/>
                  <a:pt x="80015" y="106143"/>
                  <a:pt x="59767" y="106796"/>
                </a:cubicBezTo>
                <a:lnTo>
                  <a:pt x="59767" y="6204"/>
                </a:lnTo>
                <a:cubicBezTo>
                  <a:pt x="38537" y="8821"/>
                  <a:pt x="29069" y="12085"/>
                  <a:pt x="18613" y="20248"/>
                </a:cubicBezTo>
                <a:cubicBezTo>
                  <a:pt x="6857" y="30050"/>
                  <a:pt x="0" y="45071"/>
                  <a:pt x="0" y="62054"/>
                </a:cubicBezTo>
                <a:cubicBezTo>
                  <a:pt x="0" y="78385"/>
                  <a:pt x="5881" y="93734"/>
                  <a:pt x="16984" y="106143"/>
                </a:cubicBezTo>
                <a:cubicBezTo>
                  <a:pt x="30374" y="121497"/>
                  <a:pt x="53562" y="130313"/>
                  <a:pt x="80344" y="130313"/>
                </a:cubicBezTo>
                <a:cubicBezTo>
                  <a:pt x="125414" y="130313"/>
                  <a:pt x="153501" y="106796"/>
                  <a:pt x="153501" y="69240"/>
                </a:cubicBezTo>
                <a:cubicBezTo>
                  <a:pt x="153501" y="38213"/>
                  <a:pt x="134230" y="13720"/>
                  <a:pt x="98957" y="0"/>
                </a:cubicBezTo>
                <a:lnTo>
                  <a:pt x="96675" y="5228"/>
                </a:lnTo>
                <a:moveTo>
                  <a:pt x="49317" y="106143"/>
                </a:moveTo>
                <a:cubicBezTo>
                  <a:pt x="23841" y="102555"/>
                  <a:pt x="11756" y="91447"/>
                  <a:pt x="11756" y="71528"/>
                </a:cubicBezTo>
                <a:cubicBezTo>
                  <a:pt x="11756" y="51604"/>
                  <a:pt x="20901" y="43765"/>
                  <a:pt x="49317" y="39519"/>
                </a:cubicBezTo>
                <a:lnTo>
                  <a:pt x="49317" y="1061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r">
            <a:extLst xmlns:a="http://schemas.openxmlformats.org/drawingml/2006/main">
              <a:ext uri="{FF2B5EF4-FFF2-40B4-BE49-F238E27FC236}">
                <a16:creationId xmlns:a16="http://schemas.microsoft.com/office/drawing/2014/main" id="{E86552C8-95C4-46E3-AED6-BD2FF83C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50" y="4585201"/>
            <a:ext cx="150232" cy="107778"/>
          </a:xfrm>
          <a:custGeom xmlns:a="http://schemas.openxmlformats.org/drawingml/2006/main">
            <a:pathLst>
              <a:path w="150232" h="107778">
                <a:moveTo>
                  <a:pt x="150232" y="107778"/>
                </a:moveTo>
                <a:lnTo>
                  <a:pt x="150232" y="29393"/>
                </a:lnTo>
                <a:lnTo>
                  <a:pt x="145333" y="29393"/>
                </a:lnTo>
                <a:cubicBezTo>
                  <a:pt x="144680" y="51275"/>
                  <a:pt x="140111" y="56503"/>
                  <a:pt x="120839" y="57156"/>
                </a:cubicBezTo>
                <a:lnTo>
                  <a:pt x="47358" y="57156"/>
                </a:lnTo>
                <a:cubicBezTo>
                  <a:pt x="36903" y="57156"/>
                  <a:pt x="20577" y="43436"/>
                  <a:pt x="20577" y="34291"/>
                </a:cubicBezTo>
                <a:cubicBezTo>
                  <a:pt x="20577" y="32333"/>
                  <a:pt x="22206" y="29393"/>
                  <a:pt x="25476" y="25799"/>
                </a:cubicBezTo>
                <a:cubicBezTo>
                  <a:pt x="30374" y="20901"/>
                  <a:pt x="32004" y="16984"/>
                  <a:pt x="32004" y="12738"/>
                </a:cubicBezTo>
                <a:cubicBezTo>
                  <a:pt x="32004" y="4899"/>
                  <a:pt x="26452" y="0"/>
                  <a:pt x="17308" y="0"/>
                </a:cubicBezTo>
                <a:cubicBezTo>
                  <a:pt x="6533" y="0"/>
                  <a:pt x="0" y="6857"/>
                  <a:pt x="0" y="17960"/>
                </a:cubicBezTo>
                <a:cubicBezTo>
                  <a:pt x="0" y="31680"/>
                  <a:pt x="7186" y="40825"/>
                  <a:pt x="30698" y="57156"/>
                </a:cubicBezTo>
                <a:lnTo>
                  <a:pt x="653" y="57156"/>
                </a:lnTo>
                <a:lnTo>
                  <a:pt x="0" y="58785"/>
                </a:lnTo>
                <a:cubicBezTo>
                  <a:pt x="7186" y="77074"/>
                  <a:pt x="11756" y="88835"/>
                  <a:pt x="17637" y="107125"/>
                </a:cubicBezTo>
                <a:lnTo>
                  <a:pt x="22859" y="107125"/>
                </a:lnTo>
                <a:cubicBezTo>
                  <a:pt x="21882" y="102550"/>
                  <a:pt x="21554" y="99610"/>
                  <a:pt x="21554" y="95693"/>
                </a:cubicBezTo>
                <a:cubicBezTo>
                  <a:pt x="21554" y="87530"/>
                  <a:pt x="26781" y="84590"/>
                  <a:pt x="41149" y="84590"/>
                </a:cubicBezTo>
                <a:lnTo>
                  <a:pt x="122798" y="84590"/>
                </a:lnTo>
                <a:cubicBezTo>
                  <a:pt x="139782" y="85242"/>
                  <a:pt x="141745" y="87201"/>
                  <a:pt x="145333" y="107778"/>
                </a:cubicBezTo>
                <a:lnTo>
                  <a:pt x="150232" y="1077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e">
            <a:extLst xmlns:a="http://schemas.openxmlformats.org/drawingml/2006/main">
              <a:ext uri="{FF2B5EF4-FFF2-40B4-BE49-F238E27FC236}">
                <a16:creationId xmlns:a16="http://schemas.microsoft.com/office/drawing/2014/main" id="{2675C4B7-887C-4E9C-B876-3EDE3424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50" y="4447375"/>
            <a:ext cx="153501" cy="130313"/>
          </a:xfrm>
          <a:custGeom xmlns:a="http://schemas.openxmlformats.org/drawingml/2006/main">
            <a:pathLst>
              <a:path w="153501" h="130313">
                <a:moveTo>
                  <a:pt x="96675" y="5228"/>
                </a:moveTo>
                <a:cubicBezTo>
                  <a:pt x="121492" y="20901"/>
                  <a:pt x="130966" y="34949"/>
                  <a:pt x="130966" y="55850"/>
                </a:cubicBezTo>
                <a:cubicBezTo>
                  <a:pt x="130966" y="74463"/>
                  <a:pt x="121492" y="88507"/>
                  <a:pt x="102879" y="97980"/>
                </a:cubicBezTo>
                <a:cubicBezTo>
                  <a:pt x="90465" y="103861"/>
                  <a:pt x="80015" y="106143"/>
                  <a:pt x="59767" y="106796"/>
                </a:cubicBezTo>
                <a:lnTo>
                  <a:pt x="59767" y="6204"/>
                </a:lnTo>
                <a:cubicBezTo>
                  <a:pt x="38537" y="8821"/>
                  <a:pt x="29069" y="12085"/>
                  <a:pt x="18613" y="20248"/>
                </a:cubicBezTo>
                <a:cubicBezTo>
                  <a:pt x="6857" y="30050"/>
                  <a:pt x="0" y="45071"/>
                  <a:pt x="0" y="62054"/>
                </a:cubicBezTo>
                <a:cubicBezTo>
                  <a:pt x="0" y="78385"/>
                  <a:pt x="5881" y="93734"/>
                  <a:pt x="16984" y="106143"/>
                </a:cubicBezTo>
                <a:cubicBezTo>
                  <a:pt x="30374" y="121497"/>
                  <a:pt x="53562" y="130313"/>
                  <a:pt x="80344" y="130313"/>
                </a:cubicBezTo>
                <a:cubicBezTo>
                  <a:pt x="125414" y="130313"/>
                  <a:pt x="153501" y="106796"/>
                  <a:pt x="153501" y="69240"/>
                </a:cubicBezTo>
                <a:cubicBezTo>
                  <a:pt x="153501" y="38213"/>
                  <a:pt x="134230" y="13720"/>
                  <a:pt x="98957" y="0"/>
                </a:cubicBezTo>
                <a:lnTo>
                  <a:pt x="96675" y="5228"/>
                </a:lnTo>
                <a:moveTo>
                  <a:pt x="49317" y="106143"/>
                </a:moveTo>
                <a:cubicBezTo>
                  <a:pt x="23841" y="102555"/>
                  <a:pt x="11756" y="91447"/>
                  <a:pt x="11756" y="71528"/>
                </a:cubicBezTo>
                <a:cubicBezTo>
                  <a:pt x="11756" y="51604"/>
                  <a:pt x="20901" y="43765"/>
                  <a:pt x="49317" y="39519"/>
                </a:cubicBezTo>
                <a:lnTo>
                  <a:pt x="49317" y="1061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n">
            <a:extLst xmlns:a="http://schemas.openxmlformats.org/drawingml/2006/main">
              <a:ext uri="{FF2B5EF4-FFF2-40B4-BE49-F238E27FC236}">
                <a16:creationId xmlns:a16="http://schemas.microsoft.com/office/drawing/2014/main" id="{8FF8EE8B-D524-46E6-8DEF-66D942D0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50" y="4282442"/>
            <a:ext cx="150232" cy="153177"/>
          </a:xfrm>
          <a:custGeom xmlns:a="http://schemas.openxmlformats.org/drawingml/2006/main">
            <a:pathLst>
              <a:path w="150232" h="153177">
                <a:moveTo>
                  <a:pt x="150232" y="152524"/>
                </a:moveTo>
                <a:lnTo>
                  <a:pt x="150232" y="83284"/>
                </a:lnTo>
                <a:lnTo>
                  <a:pt x="145333" y="83284"/>
                </a:lnTo>
                <a:cubicBezTo>
                  <a:pt x="144356" y="99615"/>
                  <a:pt x="140111" y="104842"/>
                  <a:pt x="128354" y="104842"/>
                </a:cubicBezTo>
                <a:lnTo>
                  <a:pt x="36579" y="104842"/>
                </a:lnTo>
                <a:cubicBezTo>
                  <a:pt x="21882" y="89164"/>
                  <a:pt x="17960" y="81978"/>
                  <a:pt x="17960" y="71199"/>
                </a:cubicBezTo>
                <a:cubicBezTo>
                  <a:pt x="17960" y="55197"/>
                  <a:pt x="28087" y="47358"/>
                  <a:pt x="49640" y="47358"/>
                </a:cubicBezTo>
                <a:lnTo>
                  <a:pt x="117899" y="47358"/>
                </a:lnTo>
                <a:cubicBezTo>
                  <a:pt x="139129" y="48011"/>
                  <a:pt x="144356" y="51933"/>
                  <a:pt x="145333" y="67935"/>
                </a:cubicBezTo>
                <a:lnTo>
                  <a:pt x="150232" y="67935"/>
                </a:lnTo>
                <a:lnTo>
                  <a:pt x="150232" y="0"/>
                </a:lnTo>
                <a:lnTo>
                  <a:pt x="145333" y="0"/>
                </a:lnTo>
                <a:cubicBezTo>
                  <a:pt x="143704" y="16007"/>
                  <a:pt x="139782" y="19600"/>
                  <a:pt x="123780" y="19924"/>
                </a:cubicBezTo>
                <a:lnTo>
                  <a:pt x="48988" y="19924"/>
                </a:lnTo>
                <a:cubicBezTo>
                  <a:pt x="18289" y="19924"/>
                  <a:pt x="0" y="34296"/>
                  <a:pt x="0" y="58461"/>
                </a:cubicBezTo>
                <a:cubicBezTo>
                  <a:pt x="0" y="73486"/>
                  <a:pt x="5552" y="83613"/>
                  <a:pt x="26452" y="105819"/>
                </a:cubicBezTo>
                <a:lnTo>
                  <a:pt x="653" y="105819"/>
                </a:lnTo>
                <a:lnTo>
                  <a:pt x="0" y="108107"/>
                </a:lnTo>
                <a:cubicBezTo>
                  <a:pt x="6204" y="125090"/>
                  <a:pt x="9798" y="136193"/>
                  <a:pt x="14696" y="153177"/>
                </a:cubicBezTo>
                <a:lnTo>
                  <a:pt x="20248" y="153177"/>
                </a:lnTo>
                <a:cubicBezTo>
                  <a:pt x="19271" y="150890"/>
                  <a:pt x="18942" y="147950"/>
                  <a:pt x="18942" y="144356"/>
                </a:cubicBezTo>
                <a:cubicBezTo>
                  <a:pt x="18942" y="135212"/>
                  <a:pt x="23841" y="132276"/>
                  <a:pt x="39843" y="132276"/>
                </a:cubicBezTo>
                <a:lnTo>
                  <a:pt x="120839" y="132276"/>
                </a:lnTo>
                <a:cubicBezTo>
                  <a:pt x="140111" y="132600"/>
                  <a:pt x="144356" y="136193"/>
                  <a:pt x="145333" y="152524"/>
                </a:cubicBezTo>
                <a:lnTo>
                  <a:pt x="150232" y="1525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c">
            <a:extLst xmlns:a="http://schemas.openxmlformats.org/drawingml/2006/main">
              <a:ext uri="{FF2B5EF4-FFF2-40B4-BE49-F238E27FC236}">
                <a16:creationId xmlns:a16="http://schemas.microsoft.com/office/drawing/2014/main" id="{037098B7-5D35-49BD-9A25-1C7D78F7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50" y="4142990"/>
            <a:ext cx="153501" cy="126391"/>
          </a:xfrm>
          <a:custGeom xmlns:a="http://schemas.openxmlformats.org/drawingml/2006/main">
            <a:pathLst>
              <a:path w="153501" h="126391">
                <a:moveTo>
                  <a:pt x="99286" y="4570"/>
                </a:moveTo>
                <a:cubicBezTo>
                  <a:pt x="122145" y="20248"/>
                  <a:pt x="129984" y="32004"/>
                  <a:pt x="129984" y="50622"/>
                </a:cubicBezTo>
                <a:cubicBezTo>
                  <a:pt x="129984" y="80668"/>
                  <a:pt x="103856" y="101244"/>
                  <a:pt x="66300" y="101244"/>
                </a:cubicBezTo>
                <a:cubicBezTo>
                  <a:pt x="32333" y="101244"/>
                  <a:pt x="9469" y="83279"/>
                  <a:pt x="9469" y="56827"/>
                </a:cubicBezTo>
                <a:cubicBezTo>
                  <a:pt x="9469" y="45071"/>
                  <a:pt x="12738" y="40825"/>
                  <a:pt x="25147" y="37555"/>
                </a:cubicBezTo>
                <a:lnTo>
                  <a:pt x="32333" y="35597"/>
                </a:lnTo>
                <a:cubicBezTo>
                  <a:pt x="41806" y="32986"/>
                  <a:pt x="47358" y="27105"/>
                  <a:pt x="47358" y="19919"/>
                </a:cubicBezTo>
                <a:cubicBezTo>
                  <a:pt x="47358" y="11427"/>
                  <a:pt x="41149" y="4570"/>
                  <a:pt x="33638" y="4570"/>
                </a:cubicBezTo>
                <a:cubicBezTo>
                  <a:pt x="15349" y="4570"/>
                  <a:pt x="0" y="27434"/>
                  <a:pt x="0" y="54868"/>
                </a:cubicBezTo>
                <a:cubicBezTo>
                  <a:pt x="0" y="70870"/>
                  <a:pt x="6533" y="87525"/>
                  <a:pt x="18289" y="100915"/>
                </a:cubicBezTo>
                <a:cubicBezTo>
                  <a:pt x="32657" y="117246"/>
                  <a:pt x="54868" y="126391"/>
                  <a:pt x="80996" y="126391"/>
                </a:cubicBezTo>
                <a:cubicBezTo>
                  <a:pt x="123127" y="126391"/>
                  <a:pt x="153501" y="100592"/>
                  <a:pt x="153501" y="64337"/>
                </a:cubicBezTo>
                <a:cubicBezTo>
                  <a:pt x="153501" y="49640"/>
                  <a:pt x="148273" y="36579"/>
                  <a:pt x="138152" y="24818"/>
                </a:cubicBezTo>
                <a:cubicBezTo>
                  <a:pt x="130637" y="16002"/>
                  <a:pt x="121492" y="9798"/>
                  <a:pt x="102226" y="0"/>
                </a:cubicBezTo>
                <a:lnTo>
                  <a:pt x="99286" y="45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e">
            <a:extLst xmlns:a="http://schemas.openxmlformats.org/drawingml/2006/main">
              <a:ext uri="{FF2B5EF4-FFF2-40B4-BE49-F238E27FC236}">
                <a16:creationId xmlns:a16="http://schemas.microsoft.com/office/drawing/2014/main" id="{D0157325-7A49-436B-9903-EFAC1BB5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50" y="3994058"/>
            <a:ext cx="153501" cy="130313"/>
          </a:xfrm>
          <a:custGeom xmlns:a="http://schemas.openxmlformats.org/drawingml/2006/main">
            <a:pathLst>
              <a:path w="153501" h="130313">
                <a:moveTo>
                  <a:pt x="96675" y="5228"/>
                </a:moveTo>
                <a:cubicBezTo>
                  <a:pt x="121492" y="20901"/>
                  <a:pt x="130966" y="34949"/>
                  <a:pt x="130966" y="55850"/>
                </a:cubicBezTo>
                <a:cubicBezTo>
                  <a:pt x="130966" y="74463"/>
                  <a:pt x="121492" y="88507"/>
                  <a:pt x="102879" y="97980"/>
                </a:cubicBezTo>
                <a:cubicBezTo>
                  <a:pt x="90465" y="103861"/>
                  <a:pt x="80015" y="106143"/>
                  <a:pt x="59767" y="106796"/>
                </a:cubicBezTo>
                <a:lnTo>
                  <a:pt x="59767" y="6204"/>
                </a:lnTo>
                <a:cubicBezTo>
                  <a:pt x="38537" y="8821"/>
                  <a:pt x="29069" y="12085"/>
                  <a:pt x="18613" y="20248"/>
                </a:cubicBezTo>
                <a:cubicBezTo>
                  <a:pt x="6857" y="30050"/>
                  <a:pt x="0" y="45071"/>
                  <a:pt x="0" y="62054"/>
                </a:cubicBezTo>
                <a:cubicBezTo>
                  <a:pt x="0" y="78385"/>
                  <a:pt x="5881" y="93734"/>
                  <a:pt x="16984" y="106143"/>
                </a:cubicBezTo>
                <a:cubicBezTo>
                  <a:pt x="30374" y="121497"/>
                  <a:pt x="53562" y="130313"/>
                  <a:pt x="80344" y="130313"/>
                </a:cubicBezTo>
                <a:cubicBezTo>
                  <a:pt x="125414" y="130313"/>
                  <a:pt x="153501" y="106796"/>
                  <a:pt x="153501" y="69240"/>
                </a:cubicBezTo>
                <a:cubicBezTo>
                  <a:pt x="153501" y="38213"/>
                  <a:pt x="134230" y="13720"/>
                  <a:pt x="98957" y="0"/>
                </a:cubicBezTo>
                <a:lnTo>
                  <a:pt x="96675" y="5228"/>
                </a:lnTo>
                <a:moveTo>
                  <a:pt x="49317" y="106143"/>
                </a:moveTo>
                <a:cubicBezTo>
                  <a:pt x="23841" y="102555"/>
                  <a:pt x="11756" y="91447"/>
                  <a:pt x="11756" y="71528"/>
                </a:cubicBezTo>
                <a:cubicBezTo>
                  <a:pt x="11756" y="51604"/>
                  <a:pt x="20901" y="43765"/>
                  <a:pt x="49317" y="39519"/>
                </a:cubicBezTo>
                <a:lnTo>
                  <a:pt x="49317" y="1061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෩">
            <a:extLst xmlns:a="http://schemas.openxmlformats.org/drawingml/2006/main">
              <a:ext uri="{FF2B5EF4-FFF2-40B4-BE49-F238E27FC236}">
                <a16:creationId xmlns:a16="http://schemas.microsoft.com/office/drawing/2014/main" id="{2917D88B-81AA-421A-9FCE-8B2DF310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21" y="4004797"/>
            <a:ext cx="146354" cy="32019"/>
          </a:xfrm>
          <a:custGeom xmlns:a="http://schemas.openxmlformats.org/drawingml/2006/main">
            <a:pathLst>
              <a:path w="146354" h="32019">
                <a:moveTo>
                  <a:pt x="108158" y="16009"/>
                </a:moveTo>
                <a:cubicBezTo>
                  <a:pt x="111520" y="16009"/>
                  <a:pt x="114566" y="15694"/>
                  <a:pt x="117297" y="15064"/>
                </a:cubicBezTo>
                <a:cubicBezTo>
                  <a:pt x="120028" y="14434"/>
                  <a:pt x="122592" y="13488"/>
                  <a:pt x="124987" y="12228"/>
                </a:cubicBezTo>
                <a:cubicBezTo>
                  <a:pt x="127382" y="10967"/>
                  <a:pt x="129735" y="9391"/>
                  <a:pt x="132046" y="7500"/>
                </a:cubicBezTo>
                <a:cubicBezTo>
                  <a:pt x="134357" y="5610"/>
                  <a:pt x="136815" y="3362"/>
                  <a:pt x="139420" y="756"/>
                </a:cubicBezTo>
                <a:lnTo>
                  <a:pt x="146354" y="6051"/>
                </a:lnTo>
                <a:cubicBezTo>
                  <a:pt x="142824" y="11009"/>
                  <a:pt x="139378" y="15148"/>
                  <a:pt x="136017" y="18468"/>
                </a:cubicBezTo>
                <a:cubicBezTo>
                  <a:pt x="132655" y="21787"/>
                  <a:pt x="129294" y="24455"/>
                  <a:pt x="125932" y="26472"/>
                </a:cubicBezTo>
                <a:cubicBezTo>
                  <a:pt x="122571" y="28489"/>
                  <a:pt x="119146" y="29918"/>
                  <a:pt x="115658" y="30758"/>
                </a:cubicBezTo>
                <a:cubicBezTo>
                  <a:pt x="112171" y="31599"/>
                  <a:pt x="108578" y="32019"/>
                  <a:pt x="104880" y="32019"/>
                </a:cubicBezTo>
                <a:cubicBezTo>
                  <a:pt x="102191" y="32019"/>
                  <a:pt x="99544" y="31830"/>
                  <a:pt x="96939" y="31452"/>
                </a:cubicBezTo>
                <a:cubicBezTo>
                  <a:pt x="94334" y="31073"/>
                  <a:pt x="91644" y="30506"/>
                  <a:pt x="88871" y="29750"/>
                </a:cubicBezTo>
                <a:cubicBezTo>
                  <a:pt x="86098" y="28993"/>
                  <a:pt x="83177" y="28090"/>
                  <a:pt x="80110" y="27039"/>
                </a:cubicBezTo>
                <a:cubicBezTo>
                  <a:pt x="77043" y="25989"/>
                  <a:pt x="73744" y="24749"/>
                  <a:pt x="70214" y="23321"/>
                </a:cubicBezTo>
                <a:cubicBezTo>
                  <a:pt x="63491" y="20716"/>
                  <a:pt x="57777" y="18846"/>
                  <a:pt x="53071" y="17711"/>
                </a:cubicBezTo>
                <a:cubicBezTo>
                  <a:pt x="48364" y="16577"/>
                  <a:pt x="44036" y="16009"/>
                  <a:pt x="40087" y="16009"/>
                </a:cubicBezTo>
                <a:cubicBezTo>
                  <a:pt x="37229" y="16009"/>
                  <a:pt x="34477" y="16156"/>
                  <a:pt x="31830" y="16451"/>
                </a:cubicBezTo>
                <a:cubicBezTo>
                  <a:pt x="29182" y="16745"/>
                  <a:pt x="26535" y="17396"/>
                  <a:pt x="23888" y="18404"/>
                </a:cubicBezTo>
                <a:cubicBezTo>
                  <a:pt x="21241" y="19413"/>
                  <a:pt x="18573" y="20926"/>
                  <a:pt x="15883" y="22943"/>
                </a:cubicBezTo>
                <a:cubicBezTo>
                  <a:pt x="13194" y="24960"/>
                  <a:pt x="10337" y="27691"/>
                  <a:pt x="7311" y="31136"/>
                </a:cubicBezTo>
                <a:lnTo>
                  <a:pt x="0" y="25842"/>
                </a:lnTo>
                <a:cubicBezTo>
                  <a:pt x="3109" y="21304"/>
                  <a:pt x="6198" y="17396"/>
                  <a:pt x="9265" y="14119"/>
                </a:cubicBezTo>
                <a:cubicBezTo>
                  <a:pt x="12333" y="10841"/>
                  <a:pt x="15547" y="8173"/>
                  <a:pt x="18909" y="6114"/>
                </a:cubicBezTo>
                <a:cubicBezTo>
                  <a:pt x="22270" y="4055"/>
                  <a:pt x="25842" y="2521"/>
                  <a:pt x="29624" y="1513"/>
                </a:cubicBezTo>
                <a:cubicBezTo>
                  <a:pt x="33405" y="504"/>
                  <a:pt x="37607" y="0"/>
                  <a:pt x="42230" y="0"/>
                </a:cubicBezTo>
                <a:cubicBezTo>
                  <a:pt x="45087" y="0"/>
                  <a:pt x="47776" y="168"/>
                  <a:pt x="50297" y="504"/>
                </a:cubicBezTo>
                <a:cubicBezTo>
                  <a:pt x="52818" y="840"/>
                  <a:pt x="55424" y="1345"/>
                  <a:pt x="58113" y="2017"/>
                </a:cubicBezTo>
                <a:cubicBezTo>
                  <a:pt x="60802" y="2689"/>
                  <a:pt x="63680" y="3572"/>
                  <a:pt x="66748" y="4664"/>
                </a:cubicBezTo>
                <a:cubicBezTo>
                  <a:pt x="69815" y="5757"/>
                  <a:pt x="73324" y="7059"/>
                  <a:pt x="77274" y="8572"/>
                </a:cubicBezTo>
                <a:cubicBezTo>
                  <a:pt x="81055" y="10001"/>
                  <a:pt x="84375" y="11198"/>
                  <a:pt x="87232" y="12165"/>
                </a:cubicBezTo>
                <a:cubicBezTo>
                  <a:pt x="90090" y="13131"/>
                  <a:pt x="92695" y="13908"/>
                  <a:pt x="95048" y="14497"/>
                </a:cubicBezTo>
                <a:cubicBezTo>
                  <a:pt x="97401" y="15085"/>
                  <a:pt x="99607" y="15484"/>
                  <a:pt x="101666" y="15694"/>
                </a:cubicBezTo>
                <a:cubicBezTo>
                  <a:pt x="103725" y="15904"/>
                  <a:pt x="105889" y="16009"/>
                  <a:pt x="108158" y="160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X">
            <a:extLst xmlns:a="http://schemas.openxmlformats.org/drawingml/2006/main">
              <a:ext uri="{FF2B5EF4-FFF2-40B4-BE49-F238E27FC236}">
                <a16:creationId xmlns:a16="http://schemas.microsoft.com/office/drawing/2014/main" id="{A4417302-25F2-4D32-B046-8BFC71BB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73" y="4055306"/>
            <a:ext cx="142194" cy="172070"/>
          </a:xfrm>
          <a:custGeom xmlns:a="http://schemas.openxmlformats.org/drawingml/2006/main">
            <a:pathLst>
              <a:path w="142194" h="172070">
                <a:moveTo>
                  <a:pt x="57987" y="0"/>
                </a:moveTo>
                <a:lnTo>
                  <a:pt x="57987" y="6177"/>
                </a:lnTo>
                <a:cubicBezTo>
                  <a:pt x="53953" y="6765"/>
                  <a:pt x="51054" y="7858"/>
                  <a:pt x="49289" y="9454"/>
                </a:cubicBezTo>
                <a:cubicBezTo>
                  <a:pt x="47524" y="11051"/>
                  <a:pt x="46642" y="13236"/>
                  <a:pt x="46642" y="16009"/>
                </a:cubicBezTo>
                <a:cubicBezTo>
                  <a:pt x="46642" y="18362"/>
                  <a:pt x="47440" y="21304"/>
                  <a:pt x="49037" y="24833"/>
                </a:cubicBezTo>
                <a:cubicBezTo>
                  <a:pt x="50633" y="28363"/>
                  <a:pt x="52902" y="32565"/>
                  <a:pt x="55844" y="37439"/>
                </a:cubicBezTo>
                <a:lnTo>
                  <a:pt x="74122" y="68071"/>
                </a:lnTo>
                <a:lnTo>
                  <a:pt x="92149" y="38952"/>
                </a:lnTo>
                <a:cubicBezTo>
                  <a:pt x="94838" y="34582"/>
                  <a:pt x="96855" y="31094"/>
                  <a:pt x="98199" y="28489"/>
                </a:cubicBezTo>
                <a:cubicBezTo>
                  <a:pt x="99544" y="25884"/>
                  <a:pt x="100489" y="23699"/>
                  <a:pt x="101036" y="21934"/>
                </a:cubicBezTo>
                <a:cubicBezTo>
                  <a:pt x="101582" y="20169"/>
                  <a:pt x="101855" y="18362"/>
                  <a:pt x="101855" y="16514"/>
                </a:cubicBezTo>
                <a:cubicBezTo>
                  <a:pt x="101855" y="13908"/>
                  <a:pt x="101099" y="11702"/>
                  <a:pt x="99586" y="9896"/>
                </a:cubicBezTo>
                <a:cubicBezTo>
                  <a:pt x="98073" y="8089"/>
                  <a:pt x="95552" y="6849"/>
                  <a:pt x="92023" y="6177"/>
                </a:cubicBezTo>
                <a:lnTo>
                  <a:pt x="92023" y="0"/>
                </a:lnTo>
                <a:lnTo>
                  <a:pt x="138790" y="0"/>
                </a:lnTo>
                <a:lnTo>
                  <a:pt x="138790" y="6177"/>
                </a:lnTo>
                <a:cubicBezTo>
                  <a:pt x="135681" y="7185"/>
                  <a:pt x="132886" y="8656"/>
                  <a:pt x="130407" y="10589"/>
                </a:cubicBezTo>
                <a:cubicBezTo>
                  <a:pt x="127928" y="12522"/>
                  <a:pt x="125281" y="15337"/>
                  <a:pt x="122466" y="19035"/>
                </a:cubicBezTo>
                <a:cubicBezTo>
                  <a:pt x="119650" y="22733"/>
                  <a:pt x="115637" y="28573"/>
                  <a:pt x="110427" y="36557"/>
                </a:cubicBezTo>
                <a:lnTo>
                  <a:pt x="81938" y="80677"/>
                </a:lnTo>
                <a:lnTo>
                  <a:pt x="113957" y="133370"/>
                </a:lnTo>
                <a:cubicBezTo>
                  <a:pt x="118495" y="140849"/>
                  <a:pt x="121751" y="146081"/>
                  <a:pt x="123726" y="149064"/>
                </a:cubicBezTo>
                <a:cubicBezTo>
                  <a:pt x="125701" y="152047"/>
                  <a:pt x="127550" y="154568"/>
                  <a:pt x="129273" y="156627"/>
                </a:cubicBezTo>
                <a:cubicBezTo>
                  <a:pt x="130996" y="158686"/>
                  <a:pt x="132844" y="160472"/>
                  <a:pt x="134819" y="161985"/>
                </a:cubicBezTo>
                <a:cubicBezTo>
                  <a:pt x="136794" y="163498"/>
                  <a:pt x="139252" y="164800"/>
                  <a:pt x="142194" y="165893"/>
                </a:cubicBezTo>
                <a:lnTo>
                  <a:pt x="142194" y="172070"/>
                </a:lnTo>
                <a:lnTo>
                  <a:pt x="86854" y="172070"/>
                </a:lnTo>
                <a:lnTo>
                  <a:pt x="86854" y="165893"/>
                </a:lnTo>
                <a:cubicBezTo>
                  <a:pt x="90720" y="165220"/>
                  <a:pt x="93577" y="164149"/>
                  <a:pt x="95426" y="162678"/>
                </a:cubicBezTo>
                <a:cubicBezTo>
                  <a:pt x="97275" y="161208"/>
                  <a:pt x="98199" y="159002"/>
                  <a:pt x="98199" y="156060"/>
                </a:cubicBezTo>
                <a:cubicBezTo>
                  <a:pt x="98199" y="153707"/>
                  <a:pt x="97590" y="151102"/>
                  <a:pt x="96372" y="148245"/>
                </a:cubicBezTo>
                <a:cubicBezTo>
                  <a:pt x="95153" y="145387"/>
                  <a:pt x="93283" y="141858"/>
                  <a:pt x="90762" y="137656"/>
                </a:cubicBezTo>
                <a:lnTo>
                  <a:pt x="67945" y="99586"/>
                </a:lnTo>
                <a:lnTo>
                  <a:pt x="43868" y="139042"/>
                </a:lnTo>
                <a:cubicBezTo>
                  <a:pt x="39834" y="145681"/>
                  <a:pt x="37817" y="151144"/>
                  <a:pt x="37817" y="155430"/>
                </a:cubicBezTo>
                <a:cubicBezTo>
                  <a:pt x="37817" y="158203"/>
                  <a:pt x="38574" y="160472"/>
                  <a:pt x="40087" y="162237"/>
                </a:cubicBezTo>
                <a:cubicBezTo>
                  <a:pt x="41599" y="164002"/>
                  <a:pt x="44120" y="165220"/>
                  <a:pt x="47650" y="165893"/>
                </a:cubicBezTo>
                <a:lnTo>
                  <a:pt x="47650" y="172070"/>
                </a:lnTo>
                <a:lnTo>
                  <a:pt x="0" y="172070"/>
                </a:lnTo>
                <a:lnTo>
                  <a:pt x="0" y="165893"/>
                </a:lnTo>
                <a:cubicBezTo>
                  <a:pt x="3109" y="164968"/>
                  <a:pt x="5673" y="163855"/>
                  <a:pt x="7690" y="162552"/>
                </a:cubicBezTo>
                <a:cubicBezTo>
                  <a:pt x="9706" y="161250"/>
                  <a:pt x="11639" y="159590"/>
                  <a:pt x="13488" y="157573"/>
                </a:cubicBezTo>
                <a:cubicBezTo>
                  <a:pt x="15337" y="155556"/>
                  <a:pt x="17396" y="152993"/>
                  <a:pt x="19665" y="149883"/>
                </a:cubicBezTo>
                <a:cubicBezTo>
                  <a:pt x="21934" y="146774"/>
                  <a:pt x="25548" y="141353"/>
                  <a:pt x="30506" y="133622"/>
                </a:cubicBezTo>
                <a:lnTo>
                  <a:pt x="60256" y="87232"/>
                </a:lnTo>
                <a:lnTo>
                  <a:pt x="24707" y="28741"/>
                </a:lnTo>
                <a:cubicBezTo>
                  <a:pt x="21346" y="23363"/>
                  <a:pt x="18804" y="19455"/>
                  <a:pt x="17081" y="17018"/>
                </a:cubicBezTo>
                <a:cubicBezTo>
                  <a:pt x="15358" y="14581"/>
                  <a:pt x="13761" y="12606"/>
                  <a:pt x="12291" y="11093"/>
                </a:cubicBezTo>
                <a:cubicBezTo>
                  <a:pt x="10820" y="9580"/>
                  <a:pt x="9496" y="8509"/>
                  <a:pt x="8320" y="7879"/>
                </a:cubicBezTo>
                <a:cubicBezTo>
                  <a:pt x="7143" y="7248"/>
                  <a:pt x="5799" y="6681"/>
                  <a:pt x="4286" y="6177"/>
                </a:cubicBezTo>
                <a:lnTo>
                  <a:pt x="4286" y="0"/>
                </a:lnTo>
                <a:lnTo>
                  <a:pt x="5798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5417ea3b94740"/>
          <a:stretch xmlns:a="http://schemas.openxmlformats.org/drawingml/2006/main"/>
        </p:blipFill>
        <p:spPr>
          <a:xfrm xmlns:a="http://schemas.openxmlformats.org/drawingml/2006/main">
            <a:off x="3676475" y="4326953"/>
            <a:ext cx="856670" cy="856670"/>
          </a:xfrm>
          <a:prstGeom xmlns:a="http://schemas.openxmlformats.org/drawingml/2006/main" prst="rect">
            <a:avLst/>
          </a:prstGeom>
        </p:spPr>
      </p:pic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54619D-909C-4202-A6DE-BB25EBC0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377" y="4718384"/>
            <a:ext cx="2069421" cy="72901"/>
          </a:xfrm>
          <a:custGeom xmlns:a="http://schemas.openxmlformats.org/drawingml/2006/main">
            <a:pathLst>
              <a:path w="2069421" h="72901">
                <a:moveTo>
                  <a:pt x="0" y="23458"/>
                </a:moveTo>
                <a:lnTo>
                  <a:pt x="0" y="47758"/>
                </a:lnTo>
                <a:lnTo>
                  <a:pt x="1996448" y="48596"/>
                </a:lnTo>
                <a:lnTo>
                  <a:pt x="1996412" y="72901"/>
                </a:lnTo>
                <a:lnTo>
                  <a:pt x="2069421" y="36483"/>
                </a:lnTo>
                <a:lnTo>
                  <a:pt x="1996520" y="0"/>
                </a:lnTo>
                <a:lnTo>
                  <a:pt x="1996484" y="24295"/>
                </a:lnTo>
                <a:lnTo>
                  <a:pt x="0" y="234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B45485-B882-4923-AD5C-6CFDC2A8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190" y="3940955"/>
            <a:ext cx="4893343" cy="393850"/>
          </a:xfrm>
          <a:custGeom xmlns:a="http://schemas.openxmlformats.org/drawingml/2006/main">
            <a:pathLst>
              <a:path w="4893343" h="393850">
                <a:moveTo>
                  <a:pt x="4844742" y="24300"/>
                </a:moveTo>
                <a:lnTo>
                  <a:pt x="4844742" y="320981"/>
                </a:lnTo>
                <a:lnTo>
                  <a:pt x="4820442" y="320981"/>
                </a:lnTo>
                <a:lnTo>
                  <a:pt x="4856839" y="393850"/>
                </a:lnTo>
                <a:lnTo>
                  <a:pt x="4893343" y="320981"/>
                </a:lnTo>
                <a:lnTo>
                  <a:pt x="4869043" y="320981"/>
                </a:lnTo>
                <a:lnTo>
                  <a:pt x="4869043" y="0"/>
                </a:lnTo>
                <a:lnTo>
                  <a:pt x="0" y="0"/>
                </a:lnTo>
                <a:lnTo>
                  <a:pt x="0" y="384054"/>
                </a:lnTo>
                <a:lnTo>
                  <a:pt x="24300" y="384054"/>
                </a:lnTo>
                <a:lnTo>
                  <a:pt x="24300" y="24300"/>
                </a:lnTo>
                <a:lnTo>
                  <a:pt x="4844742" y="243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E79866-2B23-41FB-95BF-77F2F298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018" y="4334729"/>
            <a:ext cx="1788509" cy="859262"/>
          </a:xfrm>
          <a:custGeom xmlns:a="http://schemas.openxmlformats.org/drawingml/2006/main">
            <a:pathLst>
              <a:path w="1788509" h="859262">
                <a:moveTo>
                  <a:pt x="0" y="143210"/>
                </a:moveTo>
                <a:cubicBezTo>
                  <a:pt x="0" y="64121"/>
                  <a:pt x="64153" y="0"/>
                  <a:pt x="143210" y="0"/>
                </a:cubicBezTo>
                <a:lnTo>
                  <a:pt x="1645299" y="0"/>
                </a:lnTo>
                <a:cubicBezTo>
                  <a:pt x="1724356" y="0"/>
                  <a:pt x="1788509" y="64121"/>
                  <a:pt x="1788509" y="143210"/>
                </a:cubicBezTo>
                <a:lnTo>
                  <a:pt x="1788509" y="716052"/>
                </a:lnTo>
                <a:cubicBezTo>
                  <a:pt x="1788509" y="795141"/>
                  <a:pt x="1724356" y="859262"/>
                  <a:pt x="1645299" y="859262"/>
                </a:cubicBezTo>
                <a:lnTo>
                  <a:pt x="143210" y="859262"/>
                </a:lnTo>
                <a:cubicBezTo>
                  <a:pt x="64153" y="859262"/>
                  <a:pt x="0" y="795141"/>
                  <a:pt x="0" y="716052"/>
                </a:cubicBezTo>
                <a:lnTo>
                  <a:pt x="0" y="14321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2C8DE4-9A14-47C6-8607-CB8DD26D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018" y="4334729"/>
            <a:ext cx="1788509" cy="859262"/>
          </a:xfrm>
          <a:custGeom xmlns:a="http://schemas.openxmlformats.org/drawingml/2006/main">
            <a:pathLst>
              <a:path w="1788509" h="859262" fill="none">
                <a:moveTo>
                  <a:pt x="0" y="143210"/>
                </a:moveTo>
                <a:cubicBezTo>
                  <a:pt x="0" y="64121"/>
                  <a:pt x="64153" y="0"/>
                  <a:pt x="143210" y="0"/>
                </a:cubicBezTo>
                <a:lnTo>
                  <a:pt x="1645299" y="0"/>
                </a:lnTo>
                <a:cubicBezTo>
                  <a:pt x="1724356" y="0"/>
                  <a:pt x="1788509" y="64121"/>
                  <a:pt x="1788509" y="143210"/>
                </a:cubicBezTo>
                <a:lnTo>
                  <a:pt x="1788509" y="716052"/>
                </a:lnTo>
                <a:cubicBezTo>
                  <a:pt x="1788509" y="795141"/>
                  <a:pt x="1724356" y="859262"/>
                  <a:pt x="1645299" y="859262"/>
                </a:cubicBezTo>
                <a:lnTo>
                  <a:pt x="143210" y="859262"/>
                </a:lnTo>
                <a:cubicBezTo>
                  <a:pt x="64153" y="859262"/>
                  <a:pt x="0" y="795141"/>
                  <a:pt x="0" y="716052"/>
                </a:cubicBezTo>
                <a:lnTo>
                  <a:pt x="0" y="143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00" cap="flat">
            <a:solidFill>
              <a:srgbClr val="000000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EBA65-912C-4029-B7ED-B8D1AC74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218" y="4636702"/>
            <a:ext cx="406951" cy="518408"/>
          </a:xfrm>
          <a:custGeom xmlns:a="http://schemas.openxmlformats.org/drawingml/2006/main">
            <a:pathLst>
              <a:path w="406951" h="518408">
                <a:moveTo>
                  <a:pt x="0" y="0"/>
                </a:moveTo>
                <a:lnTo>
                  <a:pt x="406951" y="101738"/>
                </a:lnTo>
                <a:lnTo>
                  <a:pt x="406951" y="416671"/>
                </a:lnTo>
                <a:lnTo>
                  <a:pt x="0" y="5184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70A61B-FE0D-4DB4-B0DA-EA5E6544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218" y="4636702"/>
            <a:ext cx="406951" cy="518408"/>
          </a:xfrm>
          <a:custGeom xmlns:a="http://schemas.openxmlformats.org/drawingml/2006/main">
            <a:pathLst>
              <a:path w="406951" h="518408" fill="none">
                <a:moveTo>
                  <a:pt x="0" y="0"/>
                </a:moveTo>
                <a:lnTo>
                  <a:pt x="406951" y="101738"/>
                </a:lnTo>
                <a:lnTo>
                  <a:pt x="406951" y="416671"/>
                </a:lnTo>
                <a:lnTo>
                  <a:pt x="0" y="5184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00" cap="flat">
            <a:solidFill>
              <a:srgbClr val="000000"/>
            </a:solidFill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84EF46-8452-4380-B9E7-31BA06E8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081" y="4636702"/>
            <a:ext cx="408247" cy="518408"/>
          </a:xfrm>
          <a:custGeom xmlns:a="http://schemas.openxmlformats.org/drawingml/2006/main">
            <a:pathLst>
              <a:path w="408247" h="518408">
                <a:moveTo>
                  <a:pt x="408247" y="518408"/>
                </a:moveTo>
                <a:lnTo>
                  <a:pt x="0" y="416347"/>
                </a:lnTo>
                <a:lnTo>
                  <a:pt x="0" y="102062"/>
                </a:lnTo>
                <a:lnTo>
                  <a:pt x="408247" y="0"/>
                </a:lnTo>
                <a:lnTo>
                  <a:pt x="408247" y="518408"/>
                </a:ln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9F73B9-ACFC-4127-A02A-528F7862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081" y="4636702"/>
            <a:ext cx="408247" cy="518408"/>
          </a:xfrm>
          <a:custGeom xmlns:a="http://schemas.openxmlformats.org/drawingml/2006/main">
            <a:pathLst>
              <a:path w="408247" h="518408" fill="none">
                <a:moveTo>
                  <a:pt x="408247" y="518408"/>
                </a:moveTo>
                <a:lnTo>
                  <a:pt x="0" y="416347"/>
                </a:lnTo>
                <a:lnTo>
                  <a:pt x="0" y="102062"/>
                </a:lnTo>
                <a:lnTo>
                  <a:pt x="408247" y="0"/>
                </a:lnTo>
                <a:lnTo>
                  <a:pt x="408247" y="5184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00" cap="flat">
            <a:solidFill>
              <a:srgbClr val="000000"/>
            </a:solidFill>
            <a:miter/>
          </a:ln>
        </p:spPr>
      </p:sp>
      <p:sp>
        <p:nvSpPr>
          <p:cNvPr id="69" name="Text DenoisingU-Net">
            <a:extLst xmlns:a="http://schemas.openxmlformats.org/drawingml/2006/main">
              <a:ext uri="{FF2B5EF4-FFF2-40B4-BE49-F238E27FC236}">
                <a16:creationId xmlns:a16="http://schemas.microsoft.com/office/drawing/2014/main" id="{4A3F696E-2C68-446F-A735-874E6E23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138" y="4403260"/>
            <a:ext cx="1258699" cy="166049"/>
          </a:xfrm>
          <a:custGeom xmlns:a="http://schemas.openxmlformats.org/drawingml/2006/main">
            <a:pathLst>
              <a:path w="1258699" h="166049">
                <a:moveTo>
                  <a:pt x="0" y="125873"/>
                </a:moveTo>
                <a:lnTo>
                  <a:pt x="52339" y="125873"/>
                </a:lnTo>
                <a:cubicBezTo>
                  <a:pt x="73719" y="125873"/>
                  <a:pt x="93069" y="119793"/>
                  <a:pt x="104495" y="109472"/>
                </a:cubicBezTo>
                <a:cubicBezTo>
                  <a:pt x="116475" y="98598"/>
                  <a:pt x="123294" y="82195"/>
                  <a:pt x="123294" y="64318"/>
                </a:cubicBezTo>
                <a:cubicBezTo>
                  <a:pt x="123294" y="47733"/>
                  <a:pt x="117948" y="33357"/>
                  <a:pt x="107628" y="23222"/>
                </a:cubicBezTo>
                <a:cubicBezTo>
                  <a:pt x="95097" y="10506"/>
                  <a:pt x="75007" y="3872"/>
                  <a:pt x="49760" y="3872"/>
                </a:cubicBezTo>
                <a:lnTo>
                  <a:pt x="0" y="3872"/>
                </a:lnTo>
                <a:lnTo>
                  <a:pt x="0" y="7373"/>
                </a:lnTo>
                <a:cubicBezTo>
                  <a:pt x="14558" y="8664"/>
                  <a:pt x="16035" y="10138"/>
                  <a:pt x="16217" y="23959"/>
                </a:cubicBezTo>
                <a:lnTo>
                  <a:pt x="16217" y="105786"/>
                </a:lnTo>
                <a:cubicBezTo>
                  <a:pt x="16035" y="119239"/>
                  <a:pt x="13822" y="121452"/>
                  <a:pt x="0" y="122372"/>
                </a:cubicBezTo>
                <a:lnTo>
                  <a:pt x="0" y="125873"/>
                </a:lnTo>
                <a:moveTo>
                  <a:pt x="35016" y="17877"/>
                </a:moveTo>
                <a:cubicBezTo>
                  <a:pt x="35016" y="12165"/>
                  <a:pt x="36858" y="10689"/>
                  <a:pt x="44600" y="10689"/>
                </a:cubicBezTo>
                <a:cubicBezTo>
                  <a:pt x="60632" y="10689"/>
                  <a:pt x="72429" y="13639"/>
                  <a:pt x="81275" y="19904"/>
                </a:cubicBezTo>
                <a:cubicBezTo>
                  <a:pt x="95648" y="29856"/>
                  <a:pt x="103204" y="45705"/>
                  <a:pt x="103204" y="65609"/>
                </a:cubicBezTo>
                <a:cubicBezTo>
                  <a:pt x="103204" y="87355"/>
                  <a:pt x="95648" y="102836"/>
                  <a:pt x="80722" y="111500"/>
                </a:cubicBezTo>
                <a:cubicBezTo>
                  <a:pt x="71323" y="116843"/>
                  <a:pt x="60632" y="119056"/>
                  <a:pt x="44600" y="119056"/>
                </a:cubicBezTo>
                <a:cubicBezTo>
                  <a:pt x="37227" y="119056"/>
                  <a:pt x="35016" y="117397"/>
                  <a:pt x="35016" y="111500"/>
                </a:cubicBezTo>
                <a:lnTo>
                  <a:pt x="35016" y="17877"/>
                </a:lnTo>
                <a:close/>
                <a:moveTo>
                  <a:pt x="205303" y="95651"/>
                </a:moveTo>
                <a:cubicBezTo>
                  <a:pt x="196459" y="109655"/>
                  <a:pt x="188532" y="115001"/>
                  <a:pt x="176738" y="115001"/>
                </a:cubicBezTo>
                <a:cubicBezTo>
                  <a:pt x="166234" y="115001"/>
                  <a:pt x="158310" y="109655"/>
                  <a:pt x="152964" y="99152"/>
                </a:cubicBezTo>
                <a:cubicBezTo>
                  <a:pt x="149646" y="92147"/>
                  <a:pt x="148358" y="86250"/>
                  <a:pt x="147990" y="74825"/>
                </a:cubicBezTo>
                <a:lnTo>
                  <a:pt x="204752" y="74825"/>
                </a:lnTo>
                <a:cubicBezTo>
                  <a:pt x="203276" y="62845"/>
                  <a:pt x="201434" y="57502"/>
                  <a:pt x="196827" y="51602"/>
                </a:cubicBezTo>
                <a:cubicBezTo>
                  <a:pt x="191296" y="44968"/>
                  <a:pt x="182820" y="41099"/>
                  <a:pt x="173237" y="41099"/>
                </a:cubicBezTo>
                <a:cubicBezTo>
                  <a:pt x="164021" y="41099"/>
                  <a:pt x="155360" y="44417"/>
                  <a:pt x="148358" y="50683"/>
                </a:cubicBezTo>
                <a:cubicBezTo>
                  <a:pt x="139694" y="58239"/>
                  <a:pt x="134719" y="71323"/>
                  <a:pt x="134719" y="86436"/>
                </a:cubicBezTo>
                <a:cubicBezTo>
                  <a:pt x="134719" y="111868"/>
                  <a:pt x="147990" y="127717"/>
                  <a:pt x="169182" y="127717"/>
                </a:cubicBezTo>
                <a:cubicBezTo>
                  <a:pt x="186690" y="127717"/>
                  <a:pt x="200511" y="116843"/>
                  <a:pt x="208253" y="96939"/>
                </a:cubicBezTo>
                <a:lnTo>
                  <a:pt x="205303" y="95651"/>
                </a:lnTo>
                <a:moveTo>
                  <a:pt x="148358" y="68928"/>
                </a:moveTo>
                <a:cubicBezTo>
                  <a:pt x="150383" y="54552"/>
                  <a:pt x="156651" y="47733"/>
                  <a:pt x="167891" y="47733"/>
                </a:cubicBezTo>
                <a:cubicBezTo>
                  <a:pt x="179134" y="47733"/>
                  <a:pt x="183557" y="52893"/>
                  <a:pt x="185953" y="68928"/>
                </a:cubicBezTo>
                <a:lnTo>
                  <a:pt x="148358" y="68928"/>
                </a:lnTo>
                <a:close/>
                <a:moveTo>
                  <a:pt x="215255" y="125873"/>
                </a:moveTo>
                <a:lnTo>
                  <a:pt x="254327" y="125873"/>
                </a:lnTo>
                <a:lnTo>
                  <a:pt x="254327" y="123108"/>
                </a:lnTo>
                <a:cubicBezTo>
                  <a:pt x="245111" y="122557"/>
                  <a:pt x="242161" y="120161"/>
                  <a:pt x="242161" y="113528"/>
                </a:cubicBezTo>
                <a:lnTo>
                  <a:pt x="242161" y="61740"/>
                </a:lnTo>
                <a:cubicBezTo>
                  <a:pt x="251008" y="53447"/>
                  <a:pt x="255063" y="51234"/>
                  <a:pt x="261146" y="51234"/>
                </a:cubicBezTo>
                <a:cubicBezTo>
                  <a:pt x="270176" y="51234"/>
                  <a:pt x="274599" y="56948"/>
                  <a:pt x="274599" y="69110"/>
                </a:cubicBezTo>
                <a:lnTo>
                  <a:pt x="274599" y="107628"/>
                </a:lnTo>
                <a:cubicBezTo>
                  <a:pt x="274231" y="119607"/>
                  <a:pt x="272018" y="122557"/>
                  <a:pt x="262988" y="123108"/>
                </a:cubicBezTo>
                <a:lnTo>
                  <a:pt x="262988" y="125873"/>
                </a:lnTo>
                <a:lnTo>
                  <a:pt x="301323" y="125873"/>
                </a:lnTo>
                <a:lnTo>
                  <a:pt x="301323" y="123108"/>
                </a:lnTo>
                <a:cubicBezTo>
                  <a:pt x="292290" y="122189"/>
                  <a:pt x="290263" y="119976"/>
                  <a:pt x="290080" y="110946"/>
                </a:cubicBezTo>
                <a:lnTo>
                  <a:pt x="290080" y="68742"/>
                </a:lnTo>
                <a:cubicBezTo>
                  <a:pt x="290080" y="51419"/>
                  <a:pt x="281970" y="41099"/>
                  <a:pt x="268334" y="41099"/>
                </a:cubicBezTo>
                <a:cubicBezTo>
                  <a:pt x="259855" y="41099"/>
                  <a:pt x="254141" y="44232"/>
                  <a:pt x="241610" y="56026"/>
                </a:cubicBezTo>
                <a:lnTo>
                  <a:pt x="241610" y="41467"/>
                </a:lnTo>
                <a:lnTo>
                  <a:pt x="240320" y="41099"/>
                </a:lnTo>
                <a:cubicBezTo>
                  <a:pt x="230736" y="44600"/>
                  <a:pt x="224471" y="46628"/>
                  <a:pt x="214887" y="49392"/>
                </a:cubicBezTo>
                <a:lnTo>
                  <a:pt x="214887" y="52525"/>
                </a:lnTo>
                <a:cubicBezTo>
                  <a:pt x="216178" y="51973"/>
                  <a:pt x="217837" y="51788"/>
                  <a:pt x="219864" y="51788"/>
                </a:cubicBezTo>
                <a:cubicBezTo>
                  <a:pt x="225024" y="51788"/>
                  <a:pt x="226681" y="54552"/>
                  <a:pt x="226681" y="63582"/>
                </a:cubicBezTo>
                <a:lnTo>
                  <a:pt x="226681" y="109287"/>
                </a:lnTo>
                <a:cubicBezTo>
                  <a:pt x="226498" y="120161"/>
                  <a:pt x="224471" y="122557"/>
                  <a:pt x="215255" y="123108"/>
                </a:cubicBezTo>
                <a:lnTo>
                  <a:pt x="215255" y="125873"/>
                </a:lnTo>
                <a:close/>
                <a:moveTo>
                  <a:pt x="350160" y="41099"/>
                </a:moveTo>
                <a:cubicBezTo>
                  <a:pt x="326016" y="41099"/>
                  <a:pt x="309430" y="58790"/>
                  <a:pt x="309430" y="84223"/>
                </a:cubicBezTo>
                <a:cubicBezTo>
                  <a:pt x="309430" y="109287"/>
                  <a:pt x="326570" y="127717"/>
                  <a:pt x="349789" y="127717"/>
                </a:cubicBezTo>
                <a:cubicBezTo>
                  <a:pt x="373011" y="127717"/>
                  <a:pt x="390702" y="108367"/>
                  <a:pt x="390702" y="82749"/>
                </a:cubicBezTo>
                <a:cubicBezTo>
                  <a:pt x="390702" y="58422"/>
                  <a:pt x="373748" y="41099"/>
                  <a:pt x="350160" y="41099"/>
                </a:cubicBezTo>
                <a:moveTo>
                  <a:pt x="347764" y="46259"/>
                </a:moveTo>
                <a:cubicBezTo>
                  <a:pt x="363245" y="46259"/>
                  <a:pt x="374117" y="63950"/>
                  <a:pt x="374117" y="89200"/>
                </a:cubicBezTo>
                <a:cubicBezTo>
                  <a:pt x="374117" y="110209"/>
                  <a:pt x="365824" y="122557"/>
                  <a:pt x="352002" y="122557"/>
                </a:cubicBezTo>
                <a:cubicBezTo>
                  <a:pt x="344814" y="122557"/>
                  <a:pt x="337995" y="118134"/>
                  <a:pt x="334126" y="110763"/>
                </a:cubicBezTo>
                <a:cubicBezTo>
                  <a:pt x="328965" y="101180"/>
                  <a:pt x="326016" y="88278"/>
                  <a:pt x="326016" y="75193"/>
                </a:cubicBezTo>
                <a:cubicBezTo>
                  <a:pt x="326016" y="57685"/>
                  <a:pt x="334494" y="46259"/>
                  <a:pt x="347764" y="46259"/>
                </a:cubicBezTo>
                <a:close/>
                <a:moveTo>
                  <a:pt x="399180" y="125873"/>
                </a:moveTo>
                <a:lnTo>
                  <a:pt x="442858" y="125873"/>
                </a:lnTo>
                <a:lnTo>
                  <a:pt x="442858" y="123108"/>
                </a:lnTo>
                <a:cubicBezTo>
                  <a:pt x="430696" y="122189"/>
                  <a:pt x="429405" y="120530"/>
                  <a:pt x="429219" y="107077"/>
                </a:cubicBezTo>
                <a:lnTo>
                  <a:pt x="429219" y="41650"/>
                </a:lnTo>
                <a:lnTo>
                  <a:pt x="428483" y="41099"/>
                </a:lnTo>
                <a:lnTo>
                  <a:pt x="399917" y="51234"/>
                </a:lnTo>
                <a:lnTo>
                  <a:pt x="399917" y="53998"/>
                </a:lnTo>
                <a:lnTo>
                  <a:pt x="401394" y="53815"/>
                </a:lnTo>
                <a:cubicBezTo>
                  <a:pt x="403604" y="53447"/>
                  <a:pt x="405814" y="53261"/>
                  <a:pt x="407659" y="53261"/>
                </a:cubicBezTo>
                <a:cubicBezTo>
                  <a:pt x="412082" y="53261"/>
                  <a:pt x="413739" y="56211"/>
                  <a:pt x="413739" y="64318"/>
                </a:cubicBezTo>
                <a:lnTo>
                  <a:pt x="413739" y="107077"/>
                </a:lnTo>
                <a:cubicBezTo>
                  <a:pt x="413370" y="120712"/>
                  <a:pt x="411714" y="122557"/>
                  <a:pt x="399180" y="123108"/>
                </a:cubicBezTo>
                <a:lnTo>
                  <a:pt x="399180" y="125873"/>
                </a:lnTo>
                <a:moveTo>
                  <a:pt x="419821" y="0"/>
                </a:moveTo>
                <a:cubicBezTo>
                  <a:pt x="414847" y="0"/>
                  <a:pt x="410606" y="4241"/>
                  <a:pt x="410606" y="9401"/>
                </a:cubicBezTo>
                <a:cubicBezTo>
                  <a:pt x="410606" y="14744"/>
                  <a:pt x="414661" y="18799"/>
                  <a:pt x="419821" y="18799"/>
                </a:cubicBezTo>
                <a:cubicBezTo>
                  <a:pt x="425350" y="18799"/>
                  <a:pt x="429405" y="14744"/>
                  <a:pt x="429405" y="9401"/>
                </a:cubicBezTo>
                <a:cubicBezTo>
                  <a:pt x="429405" y="4055"/>
                  <a:pt x="425167" y="0"/>
                  <a:pt x="419821" y="0"/>
                </a:cubicBezTo>
                <a:close/>
                <a:moveTo>
                  <a:pt x="504781" y="68005"/>
                </a:moveTo>
                <a:lnTo>
                  <a:pt x="504044" y="42758"/>
                </a:lnTo>
                <a:lnTo>
                  <a:pt x="502017" y="42758"/>
                </a:lnTo>
                <a:cubicBezTo>
                  <a:pt x="501097" y="44232"/>
                  <a:pt x="500175" y="44786"/>
                  <a:pt x="499069" y="44786"/>
                </a:cubicBezTo>
                <a:cubicBezTo>
                  <a:pt x="497964" y="44786"/>
                  <a:pt x="496120" y="44417"/>
                  <a:pt x="494092" y="43495"/>
                </a:cubicBezTo>
                <a:cubicBezTo>
                  <a:pt x="489854" y="42021"/>
                  <a:pt x="485616" y="41099"/>
                  <a:pt x="481193" y="41099"/>
                </a:cubicBezTo>
                <a:cubicBezTo>
                  <a:pt x="466632" y="41099"/>
                  <a:pt x="456129" y="50683"/>
                  <a:pt x="456129" y="63950"/>
                </a:cubicBezTo>
                <a:cubicBezTo>
                  <a:pt x="456129" y="74271"/>
                  <a:pt x="462026" y="81644"/>
                  <a:pt x="477692" y="90491"/>
                </a:cubicBezTo>
                <a:lnTo>
                  <a:pt x="488381" y="96571"/>
                </a:lnTo>
                <a:cubicBezTo>
                  <a:pt x="494829" y="100257"/>
                  <a:pt x="497964" y="104681"/>
                  <a:pt x="497964" y="110392"/>
                </a:cubicBezTo>
                <a:cubicBezTo>
                  <a:pt x="497964" y="118502"/>
                  <a:pt x="492065" y="123662"/>
                  <a:pt x="482666" y="123662"/>
                </a:cubicBezTo>
                <a:cubicBezTo>
                  <a:pt x="469950" y="123662"/>
                  <a:pt x="463499" y="116660"/>
                  <a:pt x="459261" y="97861"/>
                </a:cubicBezTo>
                <a:lnTo>
                  <a:pt x="456311" y="97861"/>
                </a:lnTo>
                <a:lnTo>
                  <a:pt x="456311" y="126612"/>
                </a:lnTo>
                <a:lnTo>
                  <a:pt x="458707" y="126612"/>
                </a:lnTo>
                <a:cubicBezTo>
                  <a:pt x="459998" y="124768"/>
                  <a:pt x="460735" y="124399"/>
                  <a:pt x="462948" y="124399"/>
                </a:cubicBezTo>
                <a:cubicBezTo>
                  <a:pt x="464975" y="124399"/>
                  <a:pt x="467186" y="124768"/>
                  <a:pt x="471424" y="125873"/>
                </a:cubicBezTo>
                <a:cubicBezTo>
                  <a:pt x="476401" y="126981"/>
                  <a:pt x="481193" y="127717"/>
                  <a:pt x="484877" y="127717"/>
                </a:cubicBezTo>
                <a:cubicBezTo>
                  <a:pt x="499252" y="127717"/>
                  <a:pt x="510863" y="117029"/>
                  <a:pt x="510863" y="104127"/>
                </a:cubicBezTo>
                <a:cubicBezTo>
                  <a:pt x="510863" y="94911"/>
                  <a:pt x="506440" y="88832"/>
                  <a:pt x="495383" y="82195"/>
                </a:cubicBezTo>
                <a:lnTo>
                  <a:pt x="475479" y="70401"/>
                </a:lnTo>
                <a:cubicBezTo>
                  <a:pt x="470318" y="67268"/>
                  <a:pt x="467554" y="62845"/>
                  <a:pt x="467554" y="57870"/>
                </a:cubicBezTo>
                <a:cubicBezTo>
                  <a:pt x="467554" y="50314"/>
                  <a:pt x="473268" y="45337"/>
                  <a:pt x="481744" y="45337"/>
                </a:cubicBezTo>
                <a:cubicBezTo>
                  <a:pt x="492250" y="45337"/>
                  <a:pt x="497779" y="51419"/>
                  <a:pt x="502017" y="68005"/>
                </a:cubicBezTo>
                <a:lnTo>
                  <a:pt x="504781" y="68005"/>
                </a:lnTo>
                <a:close/>
                <a:moveTo>
                  <a:pt x="521367" y="125873"/>
                </a:moveTo>
                <a:lnTo>
                  <a:pt x="565045" y="125873"/>
                </a:lnTo>
                <a:lnTo>
                  <a:pt x="565045" y="123108"/>
                </a:lnTo>
                <a:cubicBezTo>
                  <a:pt x="552882" y="122189"/>
                  <a:pt x="551592" y="120530"/>
                  <a:pt x="551406" y="107077"/>
                </a:cubicBezTo>
                <a:lnTo>
                  <a:pt x="551406" y="41650"/>
                </a:lnTo>
                <a:lnTo>
                  <a:pt x="550669" y="41099"/>
                </a:lnTo>
                <a:lnTo>
                  <a:pt x="522104" y="51234"/>
                </a:lnTo>
                <a:lnTo>
                  <a:pt x="522104" y="53998"/>
                </a:lnTo>
                <a:lnTo>
                  <a:pt x="523580" y="53815"/>
                </a:lnTo>
                <a:cubicBezTo>
                  <a:pt x="525791" y="53447"/>
                  <a:pt x="528001" y="53261"/>
                  <a:pt x="529846" y="53261"/>
                </a:cubicBezTo>
                <a:cubicBezTo>
                  <a:pt x="534269" y="53261"/>
                  <a:pt x="535925" y="56211"/>
                  <a:pt x="535925" y="64318"/>
                </a:cubicBezTo>
                <a:lnTo>
                  <a:pt x="535925" y="107077"/>
                </a:lnTo>
                <a:cubicBezTo>
                  <a:pt x="535557" y="120712"/>
                  <a:pt x="533901" y="122557"/>
                  <a:pt x="521367" y="123108"/>
                </a:cubicBezTo>
                <a:lnTo>
                  <a:pt x="521367" y="125873"/>
                </a:lnTo>
                <a:moveTo>
                  <a:pt x="542008" y="0"/>
                </a:moveTo>
                <a:cubicBezTo>
                  <a:pt x="537033" y="0"/>
                  <a:pt x="532793" y="4241"/>
                  <a:pt x="532793" y="9401"/>
                </a:cubicBezTo>
                <a:cubicBezTo>
                  <a:pt x="532793" y="14744"/>
                  <a:pt x="536848" y="18799"/>
                  <a:pt x="542008" y="18799"/>
                </a:cubicBezTo>
                <a:cubicBezTo>
                  <a:pt x="547537" y="18799"/>
                  <a:pt x="551592" y="14744"/>
                  <a:pt x="551592" y="9401"/>
                </a:cubicBezTo>
                <a:cubicBezTo>
                  <a:pt x="551592" y="4055"/>
                  <a:pt x="547354" y="0"/>
                  <a:pt x="542008" y="0"/>
                </a:cubicBezTo>
                <a:close/>
                <a:moveTo>
                  <a:pt x="571864" y="125873"/>
                </a:moveTo>
                <a:lnTo>
                  <a:pt x="610935" y="125873"/>
                </a:lnTo>
                <a:lnTo>
                  <a:pt x="610935" y="123108"/>
                </a:lnTo>
                <a:cubicBezTo>
                  <a:pt x="601720" y="122557"/>
                  <a:pt x="598770" y="120161"/>
                  <a:pt x="598770" y="113528"/>
                </a:cubicBezTo>
                <a:lnTo>
                  <a:pt x="598770" y="61740"/>
                </a:lnTo>
                <a:cubicBezTo>
                  <a:pt x="607617" y="53447"/>
                  <a:pt x="611672" y="51234"/>
                  <a:pt x="617755" y="51234"/>
                </a:cubicBezTo>
                <a:cubicBezTo>
                  <a:pt x="626784" y="51234"/>
                  <a:pt x="631208" y="56948"/>
                  <a:pt x="631208" y="69110"/>
                </a:cubicBezTo>
                <a:lnTo>
                  <a:pt x="631208" y="107628"/>
                </a:lnTo>
                <a:cubicBezTo>
                  <a:pt x="630839" y="119607"/>
                  <a:pt x="628626" y="122557"/>
                  <a:pt x="619596" y="123108"/>
                </a:cubicBezTo>
                <a:lnTo>
                  <a:pt x="619596" y="125873"/>
                </a:lnTo>
                <a:lnTo>
                  <a:pt x="657931" y="125873"/>
                </a:lnTo>
                <a:lnTo>
                  <a:pt x="657931" y="123108"/>
                </a:lnTo>
                <a:cubicBezTo>
                  <a:pt x="648899" y="122189"/>
                  <a:pt x="646871" y="119976"/>
                  <a:pt x="646688" y="110946"/>
                </a:cubicBezTo>
                <a:lnTo>
                  <a:pt x="646688" y="68742"/>
                </a:lnTo>
                <a:cubicBezTo>
                  <a:pt x="646688" y="51419"/>
                  <a:pt x="638578" y="41099"/>
                  <a:pt x="624942" y="41099"/>
                </a:cubicBezTo>
                <a:cubicBezTo>
                  <a:pt x="616464" y="41099"/>
                  <a:pt x="610750" y="44232"/>
                  <a:pt x="598219" y="56026"/>
                </a:cubicBezTo>
                <a:lnTo>
                  <a:pt x="598219" y="41467"/>
                </a:lnTo>
                <a:lnTo>
                  <a:pt x="596928" y="41099"/>
                </a:lnTo>
                <a:cubicBezTo>
                  <a:pt x="587344" y="44600"/>
                  <a:pt x="581079" y="46628"/>
                  <a:pt x="571495" y="49392"/>
                </a:cubicBezTo>
                <a:lnTo>
                  <a:pt x="571495" y="52525"/>
                </a:lnTo>
                <a:cubicBezTo>
                  <a:pt x="572786" y="51973"/>
                  <a:pt x="574445" y="51788"/>
                  <a:pt x="576473" y="51788"/>
                </a:cubicBezTo>
                <a:cubicBezTo>
                  <a:pt x="581633" y="51788"/>
                  <a:pt x="583289" y="54552"/>
                  <a:pt x="583289" y="63582"/>
                </a:cubicBezTo>
                <a:lnTo>
                  <a:pt x="583289" y="109287"/>
                </a:lnTo>
                <a:cubicBezTo>
                  <a:pt x="583107" y="120161"/>
                  <a:pt x="581079" y="122557"/>
                  <a:pt x="571864" y="123108"/>
                </a:cubicBezTo>
                <a:lnTo>
                  <a:pt x="571864" y="125873"/>
                </a:lnTo>
                <a:close/>
                <a:moveTo>
                  <a:pt x="747311" y="54366"/>
                </a:moveTo>
                <a:lnTo>
                  <a:pt x="747311" y="47182"/>
                </a:lnTo>
                <a:lnTo>
                  <a:pt x="733121" y="47182"/>
                </a:lnTo>
                <a:cubicBezTo>
                  <a:pt x="729252" y="47182"/>
                  <a:pt x="726670" y="46628"/>
                  <a:pt x="722986" y="45337"/>
                </a:cubicBezTo>
                <a:lnTo>
                  <a:pt x="718931" y="43863"/>
                </a:lnTo>
                <a:cubicBezTo>
                  <a:pt x="714139" y="42021"/>
                  <a:pt x="708979" y="41099"/>
                  <a:pt x="704187" y="41099"/>
                </a:cubicBezTo>
                <a:cubicBezTo>
                  <a:pt x="687048" y="41099"/>
                  <a:pt x="673409" y="54184"/>
                  <a:pt x="673409" y="71138"/>
                </a:cubicBezTo>
                <a:cubicBezTo>
                  <a:pt x="673409" y="82749"/>
                  <a:pt x="678201" y="89751"/>
                  <a:pt x="690549" y="95834"/>
                </a:cubicBezTo>
                <a:lnTo>
                  <a:pt x="685757" y="100257"/>
                </a:lnTo>
                <a:cubicBezTo>
                  <a:pt x="681887" y="103944"/>
                  <a:pt x="679677" y="105971"/>
                  <a:pt x="679123" y="106708"/>
                </a:cubicBezTo>
                <a:cubicBezTo>
                  <a:pt x="675254" y="110763"/>
                  <a:pt x="674148" y="112788"/>
                  <a:pt x="674148" y="115923"/>
                </a:cubicBezTo>
                <a:cubicBezTo>
                  <a:pt x="674148" y="119976"/>
                  <a:pt x="676176" y="122003"/>
                  <a:pt x="683915" y="125690"/>
                </a:cubicBezTo>
                <a:cubicBezTo>
                  <a:pt x="670645" y="135274"/>
                  <a:pt x="665856" y="141356"/>
                  <a:pt x="665856" y="148173"/>
                </a:cubicBezTo>
                <a:cubicBezTo>
                  <a:pt x="665856" y="157942"/>
                  <a:pt x="680045" y="166049"/>
                  <a:pt x="697736" y="166049"/>
                </a:cubicBezTo>
                <a:cubicBezTo>
                  <a:pt x="711558" y="166049"/>
                  <a:pt x="725933" y="161257"/>
                  <a:pt x="735517" y="153518"/>
                </a:cubicBezTo>
                <a:cubicBezTo>
                  <a:pt x="742522" y="147804"/>
                  <a:pt x="745655" y="141907"/>
                  <a:pt x="745655" y="134905"/>
                </a:cubicBezTo>
                <a:cubicBezTo>
                  <a:pt x="745655" y="123480"/>
                  <a:pt x="736991" y="115923"/>
                  <a:pt x="723355" y="115184"/>
                </a:cubicBezTo>
                <a:lnTo>
                  <a:pt x="699581" y="114079"/>
                </a:lnTo>
                <a:cubicBezTo>
                  <a:pt x="689629" y="113710"/>
                  <a:pt x="685206" y="112051"/>
                  <a:pt x="685206" y="109104"/>
                </a:cubicBezTo>
                <a:cubicBezTo>
                  <a:pt x="685206" y="105417"/>
                  <a:pt x="691285" y="98966"/>
                  <a:pt x="696263" y="97493"/>
                </a:cubicBezTo>
                <a:cubicBezTo>
                  <a:pt x="702897" y="98047"/>
                  <a:pt x="706398" y="98415"/>
                  <a:pt x="706769" y="98415"/>
                </a:cubicBezTo>
                <a:cubicBezTo>
                  <a:pt x="713585" y="98415"/>
                  <a:pt x="720959" y="95651"/>
                  <a:pt x="726670" y="90674"/>
                </a:cubicBezTo>
                <a:cubicBezTo>
                  <a:pt x="732753" y="85513"/>
                  <a:pt x="735517" y="79062"/>
                  <a:pt x="735517" y="69850"/>
                </a:cubicBezTo>
                <a:cubicBezTo>
                  <a:pt x="735517" y="64504"/>
                  <a:pt x="734595" y="60266"/>
                  <a:pt x="732016" y="54366"/>
                </a:cubicBezTo>
                <a:lnTo>
                  <a:pt x="747311" y="54366"/>
                </a:lnTo>
                <a:moveTo>
                  <a:pt x="687784" y="126244"/>
                </a:moveTo>
                <a:cubicBezTo>
                  <a:pt x="694052" y="127532"/>
                  <a:pt x="708425" y="128640"/>
                  <a:pt x="717826" y="128640"/>
                </a:cubicBezTo>
                <a:cubicBezTo>
                  <a:pt x="734412" y="128640"/>
                  <a:pt x="740494" y="131036"/>
                  <a:pt x="740494" y="137669"/>
                </a:cubicBezTo>
                <a:cubicBezTo>
                  <a:pt x="740494" y="148358"/>
                  <a:pt x="726487" y="155546"/>
                  <a:pt x="705661" y="155546"/>
                </a:cubicBezTo>
                <a:cubicBezTo>
                  <a:pt x="689261" y="155546"/>
                  <a:pt x="678755" y="150200"/>
                  <a:pt x="678755" y="142093"/>
                </a:cubicBezTo>
                <a:cubicBezTo>
                  <a:pt x="678755" y="137852"/>
                  <a:pt x="680414" y="135088"/>
                  <a:pt x="687784" y="126244"/>
                </a:cubicBezTo>
                <a:moveTo>
                  <a:pt x="688707" y="63582"/>
                </a:moveTo>
                <a:cubicBezTo>
                  <a:pt x="688707" y="52710"/>
                  <a:pt x="693867" y="46259"/>
                  <a:pt x="702345" y="46259"/>
                </a:cubicBezTo>
                <a:cubicBezTo>
                  <a:pt x="708057" y="46259"/>
                  <a:pt x="712849" y="49392"/>
                  <a:pt x="715799" y="54920"/>
                </a:cubicBezTo>
                <a:cubicBezTo>
                  <a:pt x="719300" y="61371"/>
                  <a:pt x="721327" y="69664"/>
                  <a:pt x="721327" y="77035"/>
                </a:cubicBezTo>
                <a:cubicBezTo>
                  <a:pt x="721327" y="87355"/>
                  <a:pt x="716167" y="93806"/>
                  <a:pt x="707688" y="93806"/>
                </a:cubicBezTo>
                <a:cubicBezTo>
                  <a:pt x="696263" y="93806"/>
                  <a:pt x="688707" y="81827"/>
                  <a:pt x="688707" y="64136"/>
                </a:cubicBezTo>
                <a:lnTo>
                  <a:pt x="688707" y="63582"/>
                </a:lnTo>
                <a:close/>
                <a:moveTo>
                  <a:pt x="927919" y="3872"/>
                </a:moveTo>
                <a:lnTo>
                  <a:pt x="885164" y="3872"/>
                </a:lnTo>
                <a:lnTo>
                  <a:pt x="885164" y="7373"/>
                </a:lnTo>
                <a:cubicBezTo>
                  <a:pt x="899354" y="8293"/>
                  <a:pt x="902118" y="11980"/>
                  <a:pt x="902487" y="30961"/>
                </a:cubicBezTo>
                <a:lnTo>
                  <a:pt x="902487" y="80722"/>
                </a:lnTo>
                <a:cubicBezTo>
                  <a:pt x="902487" y="93255"/>
                  <a:pt x="901382" y="100257"/>
                  <a:pt x="898249" y="105786"/>
                </a:cubicBezTo>
                <a:cubicBezTo>
                  <a:pt x="893274" y="114633"/>
                  <a:pt x="881477" y="120344"/>
                  <a:pt x="867656" y="120344"/>
                </a:cubicBezTo>
                <a:cubicBezTo>
                  <a:pt x="854571" y="120344"/>
                  <a:pt x="845542" y="115923"/>
                  <a:pt x="840564" y="107259"/>
                </a:cubicBezTo>
                <a:cubicBezTo>
                  <a:pt x="837249" y="101362"/>
                  <a:pt x="835958" y="94543"/>
                  <a:pt x="835958" y="82935"/>
                </a:cubicBezTo>
                <a:lnTo>
                  <a:pt x="835958" y="23959"/>
                </a:lnTo>
                <a:cubicBezTo>
                  <a:pt x="836141" y="10506"/>
                  <a:pt x="837985" y="8664"/>
                  <a:pt x="852729" y="7373"/>
                </a:cubicBezTo>
                <a:lnTo>
                  <a:pt x="852729" y="3872"/>
                </a:lnTo>
                <a:lnTo>
                  <a:pt x="800573" y="3872"/>
                </a:lnTo>
                <a:lnTo>
                  <a:pt x="800573" y="7373"/>
                </a:lnTo>
                <a:cubicBezTo>
                  <a:pt x="815131" y="8479"/>
                  <a:pt x="816976" y="10320"/>
                  <a:pt x="817159" y="23959"/>
                </a:cubicBezTo>
                <a:lnTo>
                  <a:pt x="817159" y="81458"/>
                </a:lnTo>
                <a:cubicBezTo>
                  <a:pt x="817159" y="113342"/>
                  <a:pt x="832088" y="128454"/>
                  <a:pt x="863418" y="128454"/>
                </a:cubicBezTo>
                <a:cubicBezTo>
                  <a:pt x="883505" y="128454"/>
                  <a:pt x="897326" y="122003"/>
                  <a:pt x="904514" y="109472"/>
                </a:cubicBezTo>
                <a:cubicBezTo>
                  <a:pt x="908938" y="101731"/>
                  <a:pt x="910597" y="93255"/>
                  <a:pt x="910597" y="79062"/>
                </a:cubicBezTo>
                <a:lnTo>
                  <a:pt x="910597" y="30961"/>
                </a:lnTo>
                <a:cubicBezTo>
                  <a:pt x="910965" y="11611"/>
                  <a:pt x="912993" y="9032"/>
                  <a:pt x="927919" y="7373"/>
                </a:cubicBezTo>
                <a:lnTo>
                  <a:pt x="927919" y="3872"/>
                </a:lnTo>
                <a:close/>
                <a:moveTo>
                  <a:pt x="938669" y="78511"/>
                </a:moveTo>
                <a:lnTo>
                  <a:pt x="938669" y="90120"/>
                </a:lnTo>
                <a:lnTo>
                  <a:pt x="984005" y="90120"/>
                </a:lnTo>
                <a:lnTo>
                  <a:pt x="984005" y="78511"/>
                </a:lnTo>
                <a:lnTo>
                  <a:pt x="938669" y="78511"/>
                </a:lnTo>
                <a:close/>
                <a:moveTo>
                  <a:pt x="1122693" y="3872"/>
                </a:moveTo>
                <a:lnTo>
                  <a:pt x="1079383" y="3872"/>
                </a:lnTo>
                <a:lnTo>
                  <a:pt x="1079383" y="7373"/>
                </a:lnTo>
                <a:cubicBezTo>
                  <a:pt x="1094124" y="8293"/>
                  <a:pt x="1096520" y="11428"/>
                  <a:pt x="1097074" y="30961"/>
                </a:cubicBezTo>
                <a:lnTo>
                  <a:pt x="1097074" y="93069"/>
                </a:lnTo>
                <a:lnTo>
                  <a:pt x="1026122" y="3872"/>
                </a:lnTo>
                <a:lnTo>
                  <a:pt x="994607" y="3872"/>
                </a:lnTo>
                <a:lnTo>
                  <a:pt x="994607" y="7373"/>
                </a:lnTo>
                <a:cubicBezTo>
                  <a:pt x="1002531" y="7373"/>
                  <a:pt x="1005110" y="8847"/>
                  <a:pt x="1012483" y="17508"/>
                </a:cubicBezTo>
                <a:lnTo>
                  <a:pt x="1012483" y="98784"/>
                </a:lnTo>
                <a:cubicBezTo>
                  <a:pt x="1012115" y="118319"/>
                  <a:pt x="1009719" y="121452"/>
                  <a:pt x="994607" y="122372"/>
                </a:cubicBezTo>
                <a:lnTo>
                  <a:pt x="994607" y="125873"/>
                </a:lnTo>
                <a:lnTo>
                  <a:pt x="1037916" y="125873"/>
                </a:lnTo>
                <a:lnTo>
                  <a:pt x="1037916" y="122372"/>
                </a:lnTo>
                <a:cubicBezTo>
                  <a:pt x="1023726" y="121635"/>
                  <a:pt x="1020962" y="117765"/>
                  <a:pt x="1020593" y="98784"/>
                </a:cubicBezTo>
                <a:lnTo>
                  <a:pt x="1020593" y="26541"/>
                </a:lnTo>
                <a:lnTo>
                  <a:pt x="1102049" y="127900"/>
                </a:lnTo>
                <a:lnTo>
                  <a:pt x="1105184" y="127900"/>
                </a:lnTo>
                <a:lnTo>
                  <a:pt x="1105184" y="30961"/>
                </a:lnTo>
                <a:cubicBezTo>
                  <a:pt x="1105736" y="11797"/>
                  <a:pt x="1108131" y="8664"/>
                  <a:pt x="1122693" y="7373"/>
                </a:cubicBezTo>
                <a:lnTo>
                  <a:pt x="1122693" y="3872"/>
                </a:lnTo>
                <a:close/>
                <a:moveTo>
                  <a:pt x="1200647" y="95651"/>
                </a:moveTo>
                <a:cubicBezTo>
                  <a:pt x="1191803" y="109655"/>
                  <a:pt x="1183875" y="115001"/>
                  <a:pt x="1172081" y="115001"/>
                </a:cubicBezTo>
                <a:cubicBezTo>
                  <a:pt x="1161578" y="115001"/>
                  <a:pt x="1153654" y="109655"/>
                  <a:pt x="1148308" y="99152"/>
                </a:cubicBezTo>
                <a:cubicBezTo>
                  <a:pt x="1144989" y="92147"/>
                  <a:pt x="1143701" y="86250"/>
                  <a:pt x="1143333" y="74825"/>
                </a:cubicBezTo>
                <a:lnTo>
                  <a:pt x="1200095" y="74825"/>
                </a:lnTo>
                <a:cubicBezTo>
                  <a:pt x="1198619" y="62845"/>
                  <a:pt x="1196777" y="57502"/>
                  <a:pt x="1192171" y="51602"/>
                </a:cubicBezTo>
                <a:cubicBezTo>
                  <a:pt x="1186640" y="44968"/>
                  <a:pt x="1178164" y="41099"/>
                  <a:pt x="1168580" y="41099"/>
                </a:cubicBezTo>
                <a:cubicBezTo>
                  <a:pt x="1159365" y="41099"/>
                  <a:pt x="1150704" y="44417"/>
                  <a:pt x="1143701" y="50683"/>
                </a:cubicBezTo>
                <a:cubicBezTo>
                  <a:pt x="1135037" y="58239"/>
                  <a:pt x="1130063" y="71323"/>
                  <a:pt x="1130063" y="86436"/>
                </a:cubicBezTo>
                <a:cubicBezTo>
                  <a:pt x="1130063" y="111868"/>
                  <a:pt x="1143333" y="127717"/>
                  <a:pt x="1164525" y="127717"/>
                </a:cubicBezTo>
                <a:cubicBezTo>
                  <a:pt x="1182033" y="127717"/>
                  <a:pt x="1195855" y="116843"/>
                  <a:pt x="1203597" y="96939"/>
                </a:cubicBezTo>
                <a:lnTo>
                  <a:pt x="1200647" y="95651"/>
                </a:lnTo>
                <a:moveTo>
                  <a:pt x="1143701" y="68928"/>
                </a:moveTo>
                <a:cubicBezTo>
                  <a:pt x="1145726" y="54552"/>
                  <a:pt x="1151994" y="47733"/>
                  <a:pt x="1163234" y="47733"/>
                </a:cubicBezTo>
                <a:cubicBezTo>
                  <a:pt x="1174477" y="47733"/>
                  <a:pt x="1178901" y="52893"/>
                  <a:pt x="1181297" y="68928"/>
                </a:cubicBezTo>
                <a:lnTo>
                  <a:pt x="1143701" y="68928"/>
                </a:lnTo>
                <a:close/>
                <a:moveTo>
                  <a:pt x="1254276" y="42941"/>
                </a:moveTo>
                <a:lnTo>
                  <a:pt x="1235663" y="42941"/>
                </a:lnTo>
                <a:lnTo>
                  <a:pt x="1235663" y="21563"/>
                </a:lnTo>
                <a:cubicBezTo>
                  <a:pt x="1235663" y="19721"/>
                  <a:pt x="1235294" y="19167"/>
                  <a:pt x="1234372" y="19167"/>
                </a:cubicBezTo>
                <a:cubicBezTo>
                  <a:pt x="1223683" y="34648"/>
                  <a:pt x="1218154" y="40913"/>
                  <a:pt x="1212811" y="44046"/>
                </a:cubicBezTo>
                <a:cubicBezTo>
                  <a:pt x="1210784" y="45337"/>
                  <a:pt x="1209676" y="46442"/>
                  <a:pt x="1209676" y="47550"/>
                </a:cubicBezTo>
                <a:cubicBezTo>
                  <a:pt x="1209676" y="48101"/>
                  <a:pt x="1209861" y="48469"/>
                  <a:pt x="1210415" y="48838"/>
                </a:cubicBezTo>
                <a:lnTo>
                  <a:pt x="1220182" y="48838"/>
                </a:lnTo>
                <a:lnTo>
                  <a:pt x="1220182" y="104312"/>
                </a:lnTo>
                <a:cubicBezTo>
                  <a:pt x="1220182" y="119793"/>
                  <a:pt x="1225710" y="127717"/>
                  <a:pt x="1236585" y="127717"/>
                </a:cubicBezTo>
                <a:cubicBezTo>
                  <a:pt x="1245615" y="127717"/>
                  <a:pt x="1252617" y="123294"/>
                  <a:pt x="1258699" y="113710"/>
                </a:cubicBezTo>
                <a:lnTo>
                  <a:pt x="1256303" y="111683"/>
                </a:lnTo>
                <a:cubicBezTo>
                  <a:pt x="1252248" y="116475"/>
                  <a:pt x="1249301" y="118134"/>
                  <a:pt x="1245246" y="118134"/>
                </a:cubicBezTo>
                <a:cubicBezTo>
                  <a:pt x="1238427" y="118134"/>
                  <a:pt x="1235663" y="113159"/>
                  <a:pt x="1235663" y="101548"/>
                </a:cubicBezTo>
                <a:lnTo>
                  <a:pt x="1235663" y="48838"/>
                </a:lnTo>
                <a:lnTo>
                  <a:pt x="1254276" y="48838"/>
                </a:lnTo>
                <a:lnTo>
                  <a:pt x="1254276" y="429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6E239-D3BA-4257-891F-78B4BBD5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067" y="4717887"/>
            <a:ext cx="2119966" cy="72901"/>
          </a:xfrm>
          <a:custGeom xmlns:a="http://schemas.openxmlformats.org/drawingml/2006/main">
            <a:pathLst>
              <a:path w="2119966" h="72901">
                <a:moveTo>
                  <a:pt x="2047173" y="72901"/>
                </a:moveTo>
                <a:lnTo>
                  <a:pt x="2119966" y="36105"/>
                </a:lnTo>
                <a:lnTo>
                  <a:pt x="2046849" y="0"/>
                </a:lnTo>
                <a:lnTo>
                  <a:pt x="2046957" y="24305"/>
                </a:lnTo>
                <a:lnTo>
                  <a:pt x="0" y="34085"/>
                </a:lnTo>
                <a:lnTo>
                  <a:pt x="216" y="58386"/>
                </a:lnTo>
                <a:lnTo>
                  <a:pt x="2047065" y="48605"/>
                </a:lnTo>
                <a:lnTo>
                  <a:pt x="2047173" y="729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X">
            <a:extLst xmlns:a="http://schemas.openxmlformats.org/drawingml/2006/main">
              <a:ext uri="{FF2B5EF4-FFF2-40B4-BE49-F238E27FC236}">
                <a16:creationId xmlns:a16="http://schemas.microsoft.com/office/drawing/2014/main" id="{DA29AAD8-6036-43E3-A498-F5107EBA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121" y="4029390"/>
            <a:ext cx="160039" cy="193665"/>
          </a:xfrm>
          <a:custGeom xmlns:a="http://schemas.openxmlformats.org/drawingml/2006/main">
            <a:pathLst>
              <a:path w="160039" h="193665">
                <a:moveTo>
                  <a:pt x="65264" y="0"/>
                </a:moveTo>
                <a:lnTo>
                  <a:pt x="65264" y="6952"/>
                </a:lnTo>
                <a:cubicBezTo>
                  <a:pt x="60724" y="7614"/>
                  <a:pt x="57461" y="8844"/>
                  <a:pt x="55475" y="10641"/>
                </a:cubicBezTo>
                <a:cubicBezTo>
                  <a:pt x="53488" y="12438"/>
                  <a:pt x="52495" y="14897"/>
                  <a:pt x="52495" y="18019"/>
                </a:cubicBezTo>
                <a:cubicBezTo>
                  <a:pt x="52495" y="20667"/>
                  <a:pt x="53394" y="23978"/>
                  <a:pt x="55191" y="27950"/>
                </a:cubicBezTo>
                <a:cubicBezTo>
                  <a:pt x="56988" y="31923"/>
                  <a:pt x="59542" y="36652"/>
                  <a:pt x="62852" y="42138"/>
                </a:cubicBezTo>
                <a:lnTo>
                  <a:pt x="83425" y="76615"/>
                </a:lnTo>
                <a:lnTo>
                  <a:pt x="103713" y="43841"/>
                </a:lnTo>
                <a:cubicBezTo>
                  <a:pt x="106740" y="38922"/>
                  <a:pt x="109010" y="34997"/>
                  <a:pt x="110524" y="32065"/>
                </a:cubicBezTo>
                <a:cubicBezTo>
                  <a:pt x="112037" y="29132"/>
                  <a:pt x="113101" y="26673"/>
                  <a:pt x="113716" y="24687"/>
                </a:cubicBezTo>
                <a:cubicBezTo>
                  <a:pt x="114331" y="22701"/>
                  <a:pt x="114638" y="20667"/>
                  <a:pt x="114638" y="18586"/>
                </a:cubicBezTo>
                <a:cubicBezTo>
                  <a:pt x="114638" y="15654"/>
                  <a:pt x="113787" y="13171"/>
                  <a:pt x="112084" y="11137"/>
                </a:cubicBezTo>
                <a:cubicBezTo>
                  <a:pt x="110382" y="9104"/>
                  <a:pt x="107544" y="7709"/>
                  <a:pt x="103572" y="6952"/>
                </a:cubicBezTo>
                <a:lnTo>
                  <a:pt x="103572" y="0"/>
                </a:lnTo>
                <a:lnTo>
                  <a:pt x="156209" y="0"/>
                </a:lnTo>
                <a:lnTo>
                  <a:pt x="156209" y="6952"/>
                </a:lnTo>
                <a:cubicBezTo>
                  <a:pt x="152709" y="8087"/>
                  <a:pt x="149564" y="9742"/>
                  <a:pt x="146774" y="11918"/>
                </a:cubicBezTo>
                <a:cubicBezTo>
                  <a:pt x="143983" y="14093"/>
                  <a:pt x="141004" y="17262"/>
                  <a:pt x="137835" y="21424"/>
                </a:cubicBezTo>
                <a:cubicBezTo>
                  <a:pt x="134667" y="25585"/>
                  <a:pt x="130150" y="32159"/>
                  <a:pt x="124286" y="41145"/>
                </a:cubicBezTo>
                <a:lnTo>
                  <a:pt x="92221" y="90802"/>
                </a:lnTo>
                <a:lnTo>
                  <a:pt x="128258" y="150108"/>
                </a:lnTo>
                <a:cubicBezTo>
                  <a:pt x="133366" y="158526"/>
                  <a:pt x="137031" y="164414"/>
                  <a:pt x="139254" y="167772"/>
                </a:cubicBezTo>
                <a:cubicBezTo>
                  <a:pt x="141477" y="171130"/>
                  <a:pt x="143558" y="173967"/>
                  <a:pt x="145497" y="176284"/>
                </a:cubicBezTo>
                <a:cubicBezTo>
                  <a:pt x="147436" y="178602"/>
                  <a:pt x="149517" y="180612"/>
                  <a:pt x="151739" y="182314"/>
                </a:cubicBezTo>
                <a:cubicBezTo>
                  <a:pt x="153962" y="184017"/>
                  <a:pt x="156729" y="185483"/>
                  <a:pt x="160039" y="186713"/>
                </a:cubicBezTo>
                <a:lnTo>
                  <a:pt x="160039" y="193665"/>
                </a:lnTo>
                <a:lnTo>
                  <a:pt x="97755" y="193665"/>
                </a:lnTo>
                <a:lnTo>
                  <a:pt x="97755" y="186713"/>
                </a:lnTo>
                <a:cubicBezTo>
                  <a:pt x="102105" y="185956"/>
                  <a:pt x="105321" y="184750"/>
                  <a:pt x="107402" y="183095"/>
                </a:cubicBezTo>
                <a:cubicBezTo>
                  <a:pt x="109483" y="181439"/>
                  <a:pt x="110524" y="178957"/>
                  <a:pt x="110524" y="175646"/>
                </a:cubicBezTo>
                <a:cubicBezTo>
                  <a:pt x="110524" y="172998"/>
                  <a:pt x="109838" y="170065"/>
                  <a:pt x="108466" y="166850"/>
                </a:cubicBezTo>
                <a:cubicBezTo>
                  <a:pt x="107095" y="163634"/>
                  <a:pt x="104990" y="159661"/>
                  <a:pt x="102153" y="154932"/>
                </a:cubicBezTo>
                <a:lnTo>
                  <a:pt x="76473" y="112084"/>
                </a:lnTo>
                <a:lnTo>
                  <a:pt x="49374" y="156492"/>
                </a:lnTo>
                <a:cubicBezTo>
                  <a:pt x="44834" y="163965"/>
                  <a:pt x="42564" y="170113"/>
                  <a:pt x="42564" y="174937"/>
                </a:cubicBezTo>
                <a:cubicBezTo>
                  <a:pt x="42564" y="178058"/>
                  <a:pt x="43415" y="180612"/>
                  <a:pt x="45117" y="182598"/>
                </a:cubicBezTo>
                <a:cubicBezTo>
                  <a:pt x="46820" y="184584"/>
                  <a:pt x="49658" y="185956"/>
                  <a:pt x="53630" y="186713"/>
                </a:cubicBezTo>
                <a:lnTo>
                  <a:pt x="53630" y="193665"/>
                </a:lnTo>
                <a:lnTo>
                  <a:pt x="0" y="193665"/>
                </a:lnTo>
                <a:lnTo>
                  <a:pt x="0" y="186713"/>
                </a:lnTo>
                <a:cubicBezTo>
                  <a:pt x="3500" y="185672"/>
                  <a:pt x="6385" y="184419"/>
                  <a:pt x="8655" y="182953"/>
                </a:cubicBezTo>
                <a:cubicBezTo>
                  <a:pt x="10925" y="181487"/>
                  <a:pt x="13100" y="179619"/>
                  <a:pt x="15181" y="177349"/>
                </a:cubicBezTo>
                <a:cubicBezTo>
                  <a:pt x="17262" y="175078"/>
                  <a:pt x="19579" y="172194"/>
                  <a:pt x="22133" y="168694"/>
                </a:cubicBezTo>
                <a:cubicBezTo>
                  <a:pt x="24687" y="165194"/>
                  <a:pt x="28754" y="159093"/>
                  <a:pt x="34335" y="150392"/>
                </a:cubicBezTo>
                <a:lnTo>
                  <a:pt x="67818" y="98180"/>
                </a:lnTo>
                <a:lnTo>
                  <a:pt x="27808" y="32348"/>
                </a:lnTo>
                <a:cubicBezTo>
                  <a:pt x="24025" y="26295"/>
                  <a:pt x="21164" y="21897"/>
                  <a:pt x="19225" y="19154"/>
                </a:cubicBezTo>
                <a:cubicBezTo>
                  <a:pt x="17286" y="16411"/>
                  <a:pt x="15488" y="14188"/>
                  <a:pt x="13833" y="12485"/>
                </a:cubicBezTo>
                <a:cubicBezTo>
                  <a:pt x="12178" y="10783"/>
                  <a:pt x="10688" y="9577"/>
                  <a:pt x="9364" y="8867"/>
                </a:cubicBezTo>
                <a:cubicBezTo>
                  <a:pt x="8040" y="8158"/>
                  <a:pt x="6526" y="7520"/>
                  <a:pt x="4824" y="6952"/>
                </a:cubicBezTo>
                <a:lnTo>
                  <a:pt x="4824" y="0"/>
                </a:lnTo>
                <a:lnTo>
                  <a:pt x="6526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0">
            <a:extLst xmlns:a="http://schemas.openxmlformats.org/drawingml/2006/main">
              <a:ext uri="{FF2B5EF4-FFF2-40B4-BE49-F238E27FC236}">
                <a16:creationId xmlns:a16="http://schemas.microsoft.com/office/drawing/2014/main" id="{A0C81835-DB52-45BA-BE04-9731C68A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049" y="4148490"/>
            <a:ext cx="93197" cy="136578"/>
          </a:xfrm>
          <a:custGeom xmlns:a="http://schemas.openxmlformats.org/drawingml/2006/main">
            <a:pathLst>
              <a:path w="93197" h="136578">
                <a:moveTo>
                  <a:pt x="45457" y="136578"/>
                </a:moveTo>
                <a:cubicBezTo>
                  <a:pt x="30097" y="136578"/>
                  <a:pt x="18681" y="131009"/>
                  <a:pt x="11209" y="119869"/>
                </a:cubicBezTo>
                <a:cubicBezTo>
                  <a:pt x="3736" y="108730"/>
                  <a:pt x="0" y="91848"/>
                  <a:pt x="0" y="69223"/>
                </a:cubicBezTo>
                <a:cubicBezTo>
                  <a:pt x="0" y="57392"/>
                  <a:pt x="1159" y="47152"/>
                  <a:pt x="3477" y="38503"/>
                </a:cubicBezTo>
                <a:cubicBezTo>
                  <a:pt x="5795" y="29855"/>
                  <a:pt x="9046" y="22677"/>
                  <a:pt x="13232" y="16968"/>
                </a:cubicBezTo>
                <a:cubicBezTo>
                  <a:pt x="17418" y="11260"/>
                  <a:pt x="22383" y="7005"/>
                  <a:pt x="28125" y="4203"/>
                </a:cubicBezTo>
                <a:cubicBezTo>
                  <a:pt x="33868" y="1401"/>
                  <a:pt x="40164" y="0"/>
                  <a:pt x="47014" y="0"/>
                </a:cubicBezTo>
                <a:cubicBezTo>
                  <a:pt x="55247" y="0"/>
                  <a:pt x="62287" y="1539"/>
                  <a:pt x="68133" y="4618"/>
                </a:cubicBezTo>
                <a:cubicBezTo>
                  <a:pt x="73980" y="7697"/>
                  <a:pt x="78754" y="12091"/>
                  <a:pt x="82456" y="17799"/>
                </a:cubicBezTo>
                <a:cubicBezTo>
                  <a:pt x="86157" y="23507"/>
                  <a:pt x="88873" y="30478"/>
                  <a:pt x="90603" y="38711"/>
                </a:cubicBezTo>
                <a:cubicBezTo>
                  <a:pt x="92332" y="46944"/>
                  <a:pt x="93197" y="56250"/>
                  <a:pt x="93197" y="66629"/>
                </a:cubicBezTo>
                <a:cubicBezTo>
                  <a:pt x="93197" y="89668"/>
                  <a:pt x="89115" y="107087"/>
                  <a:pt x="80951" y="118883"/>
                </a:cubicBezTo>
                <a:cubicBezTo>
                  <a:pt x="72786" y="130680"/>
                  <a:pt x="60955" y="136578"/>
                  <a:pt x="45457" y="136578"/>
                </a:cubicBezTo>
                <a:moveTo>
                  <a:pt x="21483" y="66732"/>
                </a:moveTo>
                <a:cubicBezTo>
                  <a:pt x="21483" y="77042"/>
                  <a:pt x="21985" y="85950"/>
                  <a:pt x="22988" y="93457"/>
                </a:cubicBezTo>
                <a:cubicBezTo>
                  <a:pt x="23991" y="100963"/>
                  <a:pt x="25548" y="107139"/>
                  <a:pt x="27658" y="111982"/>
                </a:cubicBezTo>
                <a:cubicBezTo>
                  <a:pt x="29768" y="116825"/>
                  <a:pt x="32415" y="120388"/>
                  <a:pt x="35598" y="122671"/>
                </a:cubicBezTo>
                <a:cubicBezTo>
                  <a:pt x="38780" y="124955"/>
                  <a:pt x="42586" y="126096"/>
                  <a:pt x="47014" y="126096"/>
                </a:cubicBezTo>
                <a:cubicBezTo>
                  <a:pt x="51165" y="126096"/>
                  <a:pt x="54797" y="125024"/>
                  <a:pt x="57911" y="122879"/>
                </a:cubicBezTo>
                <a:cubicBezTo>
                  <a:pt x="61024" y="120734"/>
                  <a:pt x="63602" y="117396"/>
                  <a:pt x="65643" y="112864"/>
                </a:cubicBezTo>
                <a:cubicBezTo>
                  <a:pt x="67684" y="108332"/>
                  <a:pt x="69223" y="102589"/>
                  <a:pt x="70261" y="95636"/>
                </a:cubicBezTo>
                <a:cubicBezTo>
                  <a:pt x="71299" y="88683"/>
                  <a:pt x="71818" y="80466"/>
                  <a:pt x="71818" y="70988"/>
                </a:cubicBezTo>
                <a:cubicBezTo>
                  <a:pt x="71818" y="60332"/>
                  <a:pt x="71247" y="51165"/>
                  <a:pt x="70105" y="43485"/>
                </a:cubicBezTo>
                <a:cubicBezTo>
                  <a:pt x="68964" y="35805"/>
                  <a:pt x="67355" y="29492"/>
                  <a:pt x="65279" y="24545"/>
                </a:cubicBezTo>
                <a:cubicBezTo>
                  <a:pt x="63204" y="19598"/>
                  <a:pt x="60592" y="15948"/>
                  <a:pt x="57444" y="13596"/>
                </a:cubicBezTo>
                <a:cubicBezTo>
                  <a:pt x="54296" y="11243"/>
                  <a:pt x="50681" y="10067"/>
                  <a:pt x="46599" y="10067"/>
                </a:cubicBezTo>
                <a:cubicBezTo>
                  <a:pt x="41755" y="10067"/>
                  <a:pt x="37708" y="11330"/>
                  <a:pt x="34456" y="13855"/>
                </a:cubicBezTo>
                <a:cubicBezTo>
                  <a:pt x="31204" y="16380"/>
                  <a:pt x="28627" y="20082"/>
                  <a:pt x="26724" y="24960"/>
                </a:cubicBezTo>
                <a:cubicBezTo>
                  <a:pt x="24821" y="29838"/>
                  <a:pt x="23472" y="35788"/>
                  <a:pt x="22677" y="42810"/>
                </a:cubicBezTo>
                <a:cubicBezTo>
                  <a:pt x="21881" y="49833"/>
                  <a:pt x="21483" y="57807"/>
                  <a:pt x="21483" y="667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ො">
            <a:extLst xmlns:a="http://schemas.openxmlformats.org/drawingml/2006/main">
              <a:ext uri="{FF2B5EF4-FFF2-40B4-BE49-F238E27FC236}">
                <a16:creationId xmlns:a16="http://schemas.microsoft.com/office/drawing/2014/main" id="{19F41B09-B52C-4A19-B1C8-BAAE346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204" y="1024026"/>
            <a:ext cx="91502" cy="40961"/>
          </a:xfrm>
          <a:custGeom xmlns:a="http://schemas.openxmlformats.org/drawingml/2006/main">
            <a:pathLst>
              <a:path w="91502" h="40961">
                <a:moveTo>
                  <a:pt x="54065" y="0"/>
                </a:moveTo>
                <a:lnTo>
                  <a:pt x="91502" y="34685"/>
                </a:lnTo>
                <a:lnTo>
                  <a:pt x="85556" y="40961"/>
                </a:lnTo>
                <a:lnTo>
                  <a:pt x="46687" y="14204"/>
                </a:lnTo>
                <a:lnTo>
                  <a:pt x="45476" y="14204"/>
                </a:lnTo>
                <a:lnTo>
                  <a:pt x="5946" y="40961"/>
                </a:lnTo>
                <a:lnTo>
                  <a:pt x="0" y="34685"/>
                </a:lnTo>
                <a:lnTo>
                  <a:pt x="39310" y="0"/>
                </a:lnTo>
                <a:lnTo>
                  <a:pt x="5406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ϵ">
            <a:extLst xmlns:a="http://schemas.openxmlformats.org/drawingml/2006/main">
              <a:ext uri="{FF2B5EF4-FFF2-40B4-BE49-F238E27FC236}">
                <a16:creationId xmlns:a16="http://schemas.microsoft.com/office/drawing/2014/main" id="{40BED87C-2E30-44EE-8EB5-B6541FE6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287" y="1075668"/>
            <a:ext cx="84455" cy="108900"/>
          </a:xfrm>
          <a:custGeom xmlns:a="http://schemas.openxmlformats.org/drawingml/2006/main">
            <a:pathLst>
              <a:path w="84455" h="108900">
                <a:moveTo>
                  <a:pt x="78509" y="46577"/>
                </a:moveTo>
                <a:lnTo>
                  <a:pt x="78509" y="58029"/>
                </a:lnTo>
                <a:lnTo>
                  <a:pt x="19930" y="58029"/>
                </a:lnTo>
                <a:lnTo>
                  <a:pt x="19820" y="59350"/>
                </a:lnTo>
                <a:cubicBezTo>
                  <a:pt x="19673" y="61259"/>
                  <a:pt x="19765" y="63754"/>
                  <a:pt x="20095" y="66837"/>
                </a:cubicBezTo>
                <a:cubicBezTo>
                  <a:pt x="20426" y="69921"/>
                  <a:pt x="20884" y="72545"/>
                  <a:pt x="21472" y="74710"/>
                </a:cubicBezTo>
                <a:cubicBezTo>
                  <a:pt x="22059" y="76876"/>
                  <a:pt x="22793" y="78931"/>
                  <a:pt x="23674" y="80877"/>
                </a:cubicBezTo>
                <a:cubicBezTo>
                  <a:pt x="24555" y="82822"/>
                  <a:pt x="25546" y="84565"/>
                  <a:pt x="26647" y="86107"/>
                </a:cubicBezTo>
                <a:cubicBezTo>
                  <a:pt x="27748" y="87648"/>
                  <a:pt x="28959" y="89043"/>
                  <a:pt x="30281" y="90291"/>
                </a:cubicBezTo>
                <a:cubicBezTo>
                  <a:pt x="31602" y="91539"/>
                  <a:pt x="32997" y="92622"/>
                  <a:pt x="34465" y="93539"/>
                </a:cubicBezTo>
                <a:cubicBezTo>
                  <a:pt x="35933" y="94457"/>
                  <a:pt x="37530" y="95265"/>
                  <a:pt x="39255" y="95962"/>
                </a:cubicBezTo>
                <a:cubicBezTo>
                  <a:pt x="40980" y="96659"/>
                  <a:pt x="42797" y="97173"/>
                  <a:pt x="44705" y="97503"/>
                </a:cubicBezTo>
                <a:cubicBezTo>
                  <a:pt x="46614" y="97834"/>
                  <a:pt x="48596" y="97999"/>
                  <a:pt x="50651" y="97999"/>
                </a:cubicBezTo>
                <a:cubicBezTo>
                  <a:pt x="56377" y="97999"/>
                  <a:pt x="61479" y="97595"/>
                  <a:pt x="65957" y="96788"/>
                </a:cubicBezTo>
                <a:cubicBezTo>
                  <a:pt x="70434" y="95980"/>
                  <a:pt x="75610" y="94512"/>
                  <a:pt x="81482" y="92383"/>
                </a:cubicBezTo>
                <a:lnTo>
                  <a:pt x="84345" y="101192"/>
                </a:lnTo>
                <a:cubicBezTo>
                  <a:pt x="77665" y="103982"/>
                  <a:pt x="71352" y="105964"/>
                  <a:pt x="65406" y="107138"/>
                </a:cubicBezTo>
                <a:cubicBezTo>
                  <a:pt x="59460" y="108313"/>
                  <a:pt x="53037" y="108900"/>
                  <a:pt x="46137" y="108900"/>
                </a:cubicBezTo>
                <a:cubicBezTo>
                  <a:pt x="36667" y="108900"/>
                  <a:pt x="28464" y="106918"/>
                  <a:pt x="21527" y="102954"/>
                </a:cubicBezTo>
                <a:cubicBezTo>
                  <a:pt x="14590" y="98990"/>
                  <a:pt x="9268" y="93062"/>
                  <a:pt x="5561" y="85171"/>
                </a:cubicBezTo>
                <a:cubicBezTo>
                  <a:pt x="1854" y="77280"/>
                  <a:pt x="0" y="67718"/>
                  <a:pt x="0" y="56487"/>
                </a:cubicBezTo>
                <a:cubicBezTo>
                  <a:pt x="0" y="45770"/>
                  <a:pt x="2147" y="36061"/>
                  <a:pt x="6442" y="27363"/>
                </a:cubicBezTo>
                <a:cubicBezTo>
                  <a:pt x="10736" y="18664"/>
                  <a:pt x="16957" y="11929"/>
                  <a:pt x="25105" y="7157"/>
                </a:cubicBezTo>
                <a:cubicBezTo>
                  <a:pt x="33254" y="2386"/>
                  <a:pt x="42797" y="0"/>
                  <a:pt x="53734" y="0"/>
                </a:cubicBezTo>
                <a:cubicBezTo>
                  <a:pt x="59313" y="0"/>
                  <a:pt x="64452" y="385"/>
                  <a:pt x="69150" y="1156"/>
                </a:cubicBezTo>
                <a:cubicBezTo>
                  <a:pt x="73848" y="1927"/>
                  <a:pt x="78950" y="3303"/>
                  <a:pt x="84455" y="5285"/>
                </a:cubicBezTo>
                <a:lnTo>
                  <a:pt x="81482" y="14204"/>
                </a:lnTo>
                <a:cubicBezTo>
                  <a:pt x="76784" y="12956"/>
                  <a:pt x="72618" y="12076"/>
                  <a:pt x="68985" y="11562"/>
                </a:cubicBezTo>
                <a:cubicBezTo>
                  <a:pt x="65351" y="11048"/>
                  <a:pt x="61552" y="10791"/>
                  <a:pt x="57588" y="10791"/>
                </a:cubicBezTo>
                <a:cubicBezTo>
                  <a:pt x="51275" y="10791"/>
                  <a:pt x="45439" y="12094"/>
                  <a:pt x="40080" y="14700"/>
                </a:cubicBezTo>
                <a:cubicBezTo>
                  <a:pt x="34722" y="17306"/>
                  <a:pt x="30262" y="21325"/>
                  <a:pt x="26702" y="26757"/>
                </a:cubicBezTo>
                <a:cubicBezTo>
                  <a:pt x="23142" y="32189"/>
                  <a:pt x="20995" y="38796"/>
                  <a:pt x="20260" y="46577"/>
                </a:cubicBezTo>
                <a:lnTo>
                  <a:pt x="78509" y="465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𝑡">
            <a:extLst xmlns:a="http://schemas.openxmlformats.org/drawingml/2006/main">
              <a:ext uri="{FF2B5EF4-FFF2-40B4-BE49-F238E27FC236}">
                <a16:creationId xmlns:a16="http://schemas.microsoft.com/office/drawing/2014/main" id="{2FF1B59D-2480-474C-A3F9-0A36DBF1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19" y="1128681"/>
            <a:ext cx="58428" cy="102229"/>
          </a:xfrm>
          <a:custGeom xmlns:a="http://schemas.openxmlformats.org/drawingml/2006/main">
            <a:pathLst>
              <a:path w="58428" h="102229">
                <a:moveTo>
                  <a:pt x="50632" y="85271"/>
                </a:moveTo>
                <a:cubicBezTo>
                  <a:pt x="47900" y="88325"/>
                  <a:pt x="45301" y="90924"/>
                  <a:pt x="42836" y="93067"/>
                </a:cubicBezTo>
                <a:cubicBezTo>
                  <a:pt x="40372" y="95210"/>
                  <a:pt x="37961" y="96965"/>
                  <a:pt x="35603" y="98331"/>
                </a:cubicBezTo>
                <a:cubicBezTo>
                  <a:pt x="33246" y="99697"/>
                  <a:pt x="30915" y="100688"/>
                  <a:pt x="28611" y="101304"/>
                </a:cubicBezTo>
                <a:cubicBezTo>
                  <a:pt x="26307" y="101921"/>
                  <a:pt x="23950" y="102229"/>
                  <a:pt x="21539" y="102229"/>
                </a:cubicBezTo>
                <a:cubicBezTo>
                  <a:pt x="15163" y="102229"/>
                  <a:pt x="10408" y="100729"/>
                  <a:pt x="7273" y="97728"/>
                </a:cubicBezTo>
                <a:cubicBezTo>
                  <a:pt x="4139" y="94728"/>
                  <a:pt x="2572" y="90307"/>
                  <a:pt x="2572" y="84467"/>
                </a:cubicBezTo>
                <a:cubicBezTo>
                  <a:pt x="2572" y="82485"/>
                  <a:pt x="2719" y="80302"/>
                  <a:pt x="3014" y="77917"/>
                </a:cubicBezTo>
                <a:cubicBezTo>
                  <a:pt x="3309" y="75533"/>
                  <a:pt x="3724" y="73216"/>
                  <a:pt x="4260" y="70965"/>
                </a:cubicBezTo>
                <a:lnTo>
                  <a:pt x="13823" y="29334"/>
                </a:lnTo>
                <a:lnTo>
                  <a:pt x="0" y="29334"/>
                </a:lnTo>
                <a:lnTo>
                  <a:pt x="1607" y="23146"/>
                </a:lnTo>
                <a:cubicBezTo>
                  <a:pt x="4822" y="23146"/>
                  <a:pt x="7327" y="22838"/>
                  <a:pt x="9122" y="22222"/>
                </a:cubicBezTo>
                <a:cubicBezTo>
                  <a:pt x="10917" y="21606"/>
                  <a:pt x="12430" y="20762"/>
                  <a:pt x="13663" y="19690"/>
                </a:cubicBezTo>
                <a:cubicBezTo>
                  <a:pt x="14466" y="18940"/>
                  <a:pt x="15243" y="18016"/>
                  <a:pt x="15993" y="16918"/>
                </a:cubicBezTo>
                <a:cubicBezTo>
                  <a:pt x="16743" y="15819"/>
                  <a:pt x="17494" y="14493"/>
                  <a:pt x="18244" y="12939"/>
                </a:cubicBezTo>
                <a:cubicBezTo>
                  <a:pt x="18994" y="11386"/>
                  <a:pt x="19757" y="9550"/>
                  <a:pt x="20534" y="7434"/>
                </a:cubicBezTo>
                <a:cubicBezTo>
                  <a:pt x="21311" y="5318"/>
                  <a:pt x="22182" y="2840"/>
                  <a:pt x="23146" y="0"/>
                </a:cubicBezTo>
                <a:lnTo>
                  <a:pt x="35684" y="0"/>
                </a:lnTo>
                <a:lnTo>
                  <a:pt x="31103" y="20414"/>
                </a:lnTo>
                <a:lnTo>
                  <a:pt x="58428" y="20414"/>
                </a:lnTo>
                <a:lnTo>
                  <a:pt x="56579" y="29334"/>
                </a:lnTo>
                <a:lnTo>
                  <a:pt x="29334" y="29334"/>
                </a:lnTo>
                <a:lnTo>
                  <a:pt x="21137" y="63009"/>
                </a:lnTo>
                <a:cubicBezTo>
                  <a:pt x="20601" y="65259"/>
                  <a:pt x="20159" y="67282"/>
                  <a:pt x="19811" y="69077"/>
                </a:cubicBezTo>
                <a:cubicBezTo>
                  <a:pt x="19463" y="70872"/>
                  <a:pt x="19181" y="72492"/>
                  <a:pt x="18967" y="73939"/>
                </a:cubicBezTo>
                <a:cubicBezTo>
                  <a:pt x="18753" y="75386"/>
                  <a:pt x="18605" y="76698"/>
                  <a:pt x="18525" y="77877"/>
                </a:cubicBezTo>
                <a:cubicBezTo>
                  <a:pt x="18445" y="79056"/>
                  <a:pt x="18404" y="80154"/>
                  <a:pt x="18404" y="81172"/>
                </a:cubicBezTo>
                <a:cubicBezTo>
                  <a:pt x="18404" y="84387"/>
                  <a:pt x="19074" y="86905"/>
                  <a:pt x="20414" y="88727"/>
                </a:cubicBezTo>
                <a:cubicBezTo>
                  <a:pt x="21753" y="90548"/>
                  <a:pt x="23950" y="91459"/>
                  <a:pt x="27004" y="91459"/>
                </a:cubicBezTo>
                <a:cubicBezTo>
                  <a:pt x="29576" y="91459"/>
                  <a:pt x="32308" y="90508"/>
                  <a:pt x="35201" y="88606"/>
                </a:cubicBezTo>
                <a:cubicBezTo>
                  <a:pt x="38095" y="86704"/>
                  <a:pt x="41390" y="83717"/>
                  <a:pt x="45087" y="79645"/>
                </a:cubicBezTo>
                <a:lnTo>
                  <a:pt x="50632" y="852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(𝑑)">
            <a:extLst xmlns:a="http://schemas.openxmlformats.org/drawingml/2006/main">
              <a:ext uri="{FF2B5EF4-FFF2-40B4-BE49-F238E27FC236}">
                <a16:creationId xmlns:a16="http://schemas.microsoft.com/office/drawing/2014/main" id="{BC914B80-990F-45D1-B494-9F08A456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2410" y="957808"/>
            <a:ext cx="219528" cy="152459"/>
          </a:xfrm>
          <a:custGeom xmlns:a="http://schemas.openxmlformats.org/drawingml/2006/main">
            <a:pathLst>
              <a:path w="219528" h="152459">
                <a:moveTo>
                  <a:pt x="13904" y="75466"/>
                </a:moveTo>
                <a:cubicBezTo>
                  <a:pt x="13904" y="94219"/>
                  <a:pt x="16918" y="109676"/>
                  <a:pt x="22945" y="121839"/>
                </a:cubicBezTo>
                <a:cubicBezTo>
                  <a:pt x="28973" y="134001"/>
                  <a:pt x="38175" y="142145"/>
                  <a:pt x="50552" y="146271"/>
                </a:cubicBezTo>
                <a:lnTo>
                  <a:pt x="48623" y="152459"/>
                </a:lnTo>
                <a:cubicBezTo>
                  <a:pt x="32924" y="148333"/>
                  <a:pt x="20896" y="139453"/>
                  <a:pt x="12537" y="125817"/>
                </a:cubicBezTo>
                <a:cubicBezTo>
                  <a:pt x="4179" y="112181"/>
                  <a:pt x="0" y="95665"/>
                  <a:pt x="0" y="76270"/>
                </a:cubicBezTo>
                <a:cubicBezTo>
                  <a:pt x="0" y="56928"/>
                  <a:pt x="4193" y="40412"/>
                  <a:pt x="12578" y="26723"/>
                </a:cubicBezTo>
                <a:cubicBezTo>
                  <a:pt x="20963" y="13033"/>
                  <a:pt x="32978" y="4126"/>
                  <a:pt x="48623" y="0"/>
                </a:cubicBezTo>
                <a:lnTo>
                  <a:pt x="50793" y="6188"/>
                </a:lnTo>
                <a:cubicBezTo>
                  <a:pt x="38255" y="10314"/>
                  <a:pt x="28973" y="18364"/>
                  <a:pt x="22945" y="30339"/>
                </a:cubicBezTo>
                <a:cubicBezTo>
                  <a:pt x="16918" y="42314"/>
                  <a:pt x="13904" y="57356"/>
                  <a:pt x="13904" y="75466"/>
                </a:cubicBezTo>
                <a:close/>
                <a:moveTo>
                  <a:pt x="132994" y="88405"/>
                </a:moveTo>
                <a:cubicBezTo>
                  <a:pt x="132244" y="91566"/>
                  <a:pt x="131749" y="94085"/>
                  <a:pt x="131508" y="95960"/>
                </a:cubicBezTo>
                <a:cubicBezTo>
                  <a:pt x="131267" y="97835"/>
                  <a:pt x="131146" y="99523"/>
                  <a:pt x="131146" y="101023"/>
                </a:cubicBezTo>
                <a:cubicBezTo>
                  <a:pt x="131146" y="103059"/>
                  <a:pt x="131561" y="104533"/>
                  <a:pt x="132392" y="105443"/>
                </a:cubicBezTo>
                <a:cubicBezTo>
                  <a:pt x="133222" y="106354"/>
                  <a:pt x="134414" y="106810"/>
                  <a:pt x="135968" y="106810"/>
                </a:cubicBezTo>
                <a:cubicBezTo>
                  <a:pt x="136933" y="106810"/>
                  <a:pt x="137884" y="106622"/>
                  <a:pt x="138821" y="106247"/>
                </a:cubicBezTo>
                <a:cubicBezTo>
                  <a:pt x="139759" y="105872"/>
                  <a:pt x="140777" y="105283"/>
                  <a:pt x="141875" y="104479"/>
                </a:cubicBezTo>
                <a:cubicBezTo>
                  <a:pt x="142974" y="103675"/>
                  <a:pt x="144179" y="102644"/>
                  <a:pt x="145492" y="101385"/>
                </a:cubicBezTo>
                <a:cubicBezTo>
                  <a:pt x="146804" y="100126"/>
                  <a:pt x="148291" y="98612"/>
                  <a:pt x="149952" y="96844"/>
                </a:cubicBezTo>
                <a:cubicBezTo>
                  <a:pt x="150810" y="97755"/>
                  <a:pt x="151694" y="98652"/>
                  <a:pt x="152604" y="99536"/>
                </a:cubicBezTo>
                <a:cubicBezTo>
                  <a:pt x="153515" y="100420"/>
                  <a:pt x="154399" y="101291"/>
                  <a:pt x="155257" y="102148"/>
                </a:cubicBezTo>
                <a:cubicBezTo>
                  <a:pt x="152578" y="104881"/>
                  <a:pt x="150140" y="107225"/>
                  <a:pt x="147943" y="109181"/>
                </a:cubicBezTo>
                <a:cubicBezTo>
                  <a:pt x="145746" y="111136"/>
                  <a:pt x="143617" y="112744"/>
                  <a:pt x="141554" y="114003"/>
                </a:cubicBezTo>
                <a:cubicBezTo>
                  <a:pt x="139491" y="115262"/>
                  <a:pt x="137468" y="116173"/>
                  <a:pt x="135486" y="116735"/>
                </a:cubicBezTo>
                <a:cubicBezTo>
                  <a:pt x="133503" y="117298"/>
                  <a:pt x="131441" y="117579"/>
                  <a:pt x="129298" y="117579"/>
                </a:cubicBezTo>
                <a:cubicBezTo>
                  <a:pt x="125440" y="117579"/>
                  <a:pt x="122439" y="116333"/>
                  <a:pt x="120296" y="113842"/>
                </a:cubicBezTo>
                <a:cubicBezTo>
                  <a:pt x="118153" y="111351"/>
                  <a:pt x="117082" y="107935"/>
                  <a:pt x="117082" y="103595"/>
                </a:cubicBezTo>
                <a:cubicBezTo>
                  <a:pt x="117082" y="101184"/>
                  <a:pt x="117457" y="98880"/>
                  <a:pt x="118207" y="96683"/>
                </a:cubicBezTo>
                <a:lnTo>
                  <a:pt x="117082" y="96201"/>
                </a:lnTo>
                <a:cubicBezTo>
                  <a:pt x="114349" y="100005"/>
                  <a:pt x="111697" y="103247"/>
                  <a:pt x="109125" y="105926"/>
                </a:cubicBezTo>
                <a:cubicBezTo>
                  <a:pt x="106553" y="108605"/>
                  <a:pt x="104008" y="110815"/>
                  <a:pt x="101490" y="112556"/>
                </a:cubicBezTo>
                <a:cubicBezTo>
                  <a:pt x="98972" y="114297"/>
                  <a:pt x="96427" y="115570"/>
                  <a:pt x="93855" y="116374"/>
                </a:cubicBezTo>
                <a:cubicBezTo>
                  <a:pt x="91283" y="117177"/>
                  <a:pt x="88604" y="117579"/>
                  <a:pt x="85818" y="117579"/>
                </a:cubicBezTo>
                <a:cubicBezTo>
                  <a:pt x="79442" y="117579"/>
                  <a:pt x="74513" y="115289"/>
                  <a:pt x="71030" y="110708"/>
                </a:cubicBezTo>
                <a:cubicBezTo>
                  <a:pt x="67548" y="106127"/>
                  <a:pt x="65806" y="99469"/>
                  <a:pt x="65806" y="90736"/>
                </a:cubicBezTo>
                <a:cubicBezTo>
                  <a:pt x="65806" y="85539"/>
                  <a:pt x="66356" y="80543"/>
                  <a:pt x="67454" y="75747"/>
                </a:cubicBezTo>
                <a:cubicBezTo>
                  <a:pt x="68552" y="70952"/>
                  <a:pt x="70106" y="66451"/>
                  <a:pt x="72115" y="62245"/>
                </a:cubicBezTo>
                <a:cubicBezTo>
                  <a:pt x="74125" y="58039"/>
                  <a:pt x="76522" y="54209"/>
                  <a:pt x="79308" y="50753"/>
                </a:cubicBezTo>
                <a:cubicBezTo>
                  <a:pt x="82094" y="47297"/>
                  <a:pt x="85148" y="44337"/>
                  <a:pt x="88470" y="41872"/>
                </a:cubicBezTo>
                <a:cubicBezTo>
                  <a:pt x="91792" y="39407"/>
                  <a:pt x="95328" y="37492"/>
                  <a:pt x="99079" y="36126"/>
                </a:cubicBezTo>
                <a:cubicBezTo>
                  <a:pt x="102830" y="34759"/>
                  <a:pt x="106714" y="34076"/>
                  <a:pt x="110732" y="34076"/>
                </a:cubicBezTo>
                <a:cubicBezTo>
                  <a:pt x="114269" y="34076"/>
                  <a:pt x="117510" y="34424"/>
                  <a:pt x="120457" y="35121"/>
                </a:cubicBezTo>
                <a:cubicBezTo>
                  <a:pt x="123404" y="35818"/>
                  <a:pt x="126217" y="37211"/>
                  <a:pt x="128896" y="39300"/>
                </a:cubicBezTo>
                <a:cubicBezTo>
                  <a:pt x="129807" y="35925"/>
                  <a:pt x="130530" y="33045"/>
                  <a:pt x="131066" y="30661"/>
                </a:cubicBezTo>
                <a:cubicBezTo>
                  <a:pt x="131601" y="28276"/>
                  <a:pt x="132043" y="26080"/>
                  <a:pt x="132392" y="24070"/>
                </a:cubicBezTo>
                <a:cubicBezTo>
                  <a:pt x="132740" y="22061"/>
                  <a:pt x="132914" y="20387"/>
                  <a:pt x="132914" y="19047"/>
                </a:cubicBezTo>
                <a:cubicBezTo>
                  <a:pt x="132914" y="17922"/>
                  <a:pt x="132767" y="16985"/>
                  <a:pt x="132472" y="16234"/>
                </a:cubicBezTo>
                <a:cubicBezTo>
                  <a:pt x="132177" y="15484"/>
                  <a:pt x="131655" y="14868"/>
                  <a:pt x="130905" y="14386"/>
                </a:cubicBezTo>
                <a:cubicBezTo>
                  <a:pt x="130155" y="13904"/>
                  <a:pt x="129097" y="13555"/>
                  <a:pt x="127730" y="13341"/>
                </a:cubicBezTo>
                <a:cubicBezTo>
                  <a:pt x="126364" y="13127"/>
                  <a:pt x="124636" y="12966"/>
                  <a:pt x="122547" y="12859"/>
                </a:cubicBezTo>
                <a:lnTo>
                  <a:pt x="123591" y="7394"/>
                </a:lnTo>
                <a:lnTo>
                  <a:pt x="147541" y="6429"/>
                </a:lnTo>
                <a:lnTo>
                  <a:pt x="151640" y="6429"/>
                </a:lnTo>
                <a:lnTo>
                  <a:pt x="132994" y="88405"/>
                </a:lnTo>
                <a:moveTo>
                  <a:pt x="122145" y="70644"/>
                </a:moveTo>
                <a:cubicBezTo>
                  <a:pt x="122734" y="67751"/>
                  <a:pt x="123270" y="64857"/>
                  <a:pt x="123752" y="61964"/>
                </a:cubicBezTo>
                <a:cubicBezTo>
                  <a:pt x="124234" y="59071"/>
                  <a:pt x="124475" y="56419"/>
                  <a:pt x="124475" y="54008"/>
                </a:cubicBezTo>
                <a:cubicBezTo>
                  <a:pt x="124475" y="49668"/>
                  <a:pt x="123498" y="46587"/>
                  <a:pt x="121542" y="44765"/>
                </a:cubicBezTo>
                <a:cubicBezTo>
                  <a:pt x="119586" y="42944"/>
                  <a:pt x="116465" y="42033"/>
                  <a:pt x="112179" y="42033"/>
                </a:cubicBezTo>
                <a:cubicBezTo>
                  <a:pt x="109018" y="42033"/>
                  <a:pt x="106084" y="42716"/>
                  <a:pt x="103379" y="44082"/>
                </a:cubicBezTo>
                <a:cubicBezTo>
                  <a:pt x="100673" y="45448"/>
                  <a:pt x="98195" y="47324"/>
                  <a:pt x="95945" y="49708"/>
                </a:cubicBezTo>
                <a:cubicBezTo>
                  <a:pt x="93694" y="52092"/>
                  <a:pt x="91685" y="54851"/>
                  <a:pt x="89917" y="57986"/>
                </a:cubicBezTo>
                <a:cubicBezTo>
                  <a:pt x="88149" y="61120"/>
                  <a:pt x="86662" y="64469"/>
                  <a:pt x="85457" y="68032"/>
                </a:cubicBezTo>
                <a:cubicBezTo>
                  <a:pt x="84251" y="71595"/>
                  <a:pt x="83340" y="75238"/>
                  <a:pt x="82724" y="78962"/>
                </a:cubicBezTo>
                <a:cubicBezTo>
                  <a:pt x="82108" y="82686"/>
                  <a:pt x="81800" y="86316"/>
                  <a:pt x="81800" y="89852"/>
                </a:cubicBezTo>
                <a:cubicBezTo>
                  <a:pt x="81800" y="95638"/>
                  <a:pt x="82617" y="99938"/>
                  <a:pt x="84251" y="102751"/>
                </a:cubicBezTo>
                <a:cubicBezTo>
                  <a:pt x="85885" y="105564"/>
                  <a:pt x="88524" y="106970"/>
                  <a:pt x="92167" y="106970"/>
                </a:cubicBezTo>
                <a:cubicBezTo>
                  <a:pt x="94632" y="106970"/>
                  <a:pt x="97364" y="106140"/>
                  <a:pt x="100365" y="104479"/>
                </a:cubicBezTo>
                <a:cubicBezTo>
                  <a:pt x="103365" y="102818"/>
                  <a:pt x="106272" y="100420"/>
                  <a:pt x="109085" y="97286"/>
                </a:cubicBezTo>
                <a:cubicBezTo>
                  <a:pt x="111898" y="94152"/>
                  <a:pt x="114483" y="90334"/>
                  <a:pt x="116840" y="85834"/>
                </a:cubicBezTo>
                <a:cubicBezTo>
                  <a:pt x="119198" y="81333"/>
                  <a:pt x="120966" y="76270"/>
                  <a:pt x="122145" y="70644"/>
                </a:cubicBezTo>
                <a:close/>
                <a:moveTo>
                  <a:pt x="205624" y="75466"/>
                </a:moveTo>
                <a:cubicBezTo>
                  <a:pt x="205624" y="57356"/>
                  <a:pt x="202623" y="42314"/>
                  <a:pt x="196623" y="30339"/>
                </a:cubicBezTo>
                <a:cubicBezTo>
                  <a:pt x="190622" y="18364"/>
                  <a:pt x="181326" y="10314"/>
                  <a:pt x="168735" y="6188"/>
                </a:cubicBezTo>
                <a:lnTo>
                  <a:pt x="170905" y="0"/>
                </a:lnTo>
                <a:cubicBezTo>
                  <a:pt x="186550" y="4126"/>
                  <a:pt x="198565" y="13033"/>
                  <a:pt x="206950" y="26723"/>
                </a:cubicBezTo>
                <a:cubicBezTo>
                  <a:pt x="215335" y="40412"/>
                  <a:pt x="219528" y="56928"/>
                  <a:pt x="219528" y="76270"/>
                </a:cubicBezTo>
                <a:cubicBezTo>
                  <a:pt x="219528" y="95665"/>
                  <a:pt x="215348" y="112181"/>
                  <a:pt x="206990" y="125817"/>
                </a:cubicBezTo>
                <a:cubicBezTo>
                  <a:pt x="198632" y="139453"/>
                  <a:pt x="186603" y="148333"/>
                  <a:pt x="170905" y="152459"/>
                </a:cubicBezTo>
                <a:lnTo>
                  <a:pt x="168976" y="146271"/>
                </a:lnTo>
                <a:cubicBezTo>
                  <a:pt x="181353" y="142145"/>
                  <a:pt x="190555" y="134001"/>
                  <a:pt x="196582" y="121839"/>
                </a:cubicBezTo>
                <a:cubicBezTo>
                  <a:pt x="202610" y="109676"/>
                  <a:pt x="205624" y="94219"/>
                  <a:pt x="205624" y="754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=𝑓">
            <a:extLst xmlns:a="http://schemas.openxmlformats.org/drawingml/2006/main">
              <a:ext uri="{FF2B5EF4-FFF2-40B4-BE49-F238E27FC236}">
                <a16:creationId xmlns:a16="http://schemas.microsoft.com/office/drawing/2014/main" id="{F9C19876-1069-41C2-9018-70A7D67D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764" y="1024686"/>
            <a:ext cx="336618" cy="207339"/>
          </a:xfrm>
          <a:custGeom xmlns:a="http://schemas.openxmlformats.org/drawingml/2006/main">
            <a:pathLst>
              <a:path w="336618" h="207339">
                <a:moveTo>
                  <a:pt x="0" y="78179"/>
                </a:moveTo>
                <a:lnTo>
                  <a:pt x="0" y="63534"/>
                </a:lnTo>
                <a:lnTo>
                  <a:pt x="135657" y="63534"/>
                </a:lnTo>
                <a:lnTo>
                  <a:pt x="135657" y="78179"/>
                </a:lnTo>
                <a:lnTo>
                  <a:pt x="0" y="78179"/>
                </a:lnTo>
                <a:moveTo>
                  <a:pt x="0" y="123875"/>
                </a:moveTo>
                <a:lnTo>
                  <a:pt x="0" y="109230"/>
                </a:lnTo>
                <a:lnTo>
                  <a:pt x="135657" y="109230"/>
                </a:lnTo>
                <a:lnTo>
                  <a:pt x="135657" y="123875"/>
                </a:lnTo>
                <a:lnTo>
                  <a:pt x="0" y="123875"/>
                </a:lnTo>
                <a:moveTo>
                  <a:pt x="140282" y="93705"/>
                </a:moveTo>
                <a:lnTo>
                  <a:pt x="140282" y="93705"/>
                </a:lnTo>
                <a:close/>
                <a:moveTo>
                  <a:pt x="261742" y="159992"/>
                </a:moveTo>
                <a:cubicBezTo>
                  <a:pt x="258366" y="175921"/>
                  <a:pt x="253190" y="187795"/>
                  <a:pt x="246217" y="195612"/>
                </a:cubicBezTo>
                <a:cubicBezTo>
                  <a:pt x="239243" y="203430"/>
                  <a:pt x="230471" y="207339"/>
                  <a:pt x="219900" y="207339"/>
                </a:cubicBezTo>
                <a:cubicBezTo>
                  <a:pt x="216817" y="207339"/>
                  <a:pt x="214395" y="207156"/>
                  <a:pt x="212633" y="206789"/>
                </a:cubicBezTo>
                <a:lnTo>
                  <a:pt x="214505" y="197099"/>
                </a:lnTo>
                <a:cubicBezTo>
                  <a:pt x="215239" y="197319"/>
                  <a:pt x="216964" y="197429"/>
                  <a:pt x="219680" y="197429"/>
                </a:cubicBezTo>
                <a:cubicBezTo>
                  <a:pt x="222983" y="197429"/>
                  <a:pt x="225810" y="196585"/>
                  <a:pt x="228159" y="194897"/>
                </a:cubicBezTo>
                <a:cubicBezTo>
                  <a:pt x="230508" y="193208"/>
                  <a:pt x="232691" y="190272"/>
                  <a:pt x="234710" y="186088"/>
                </a:cubicBezTo>
                <a:cubicBezTo>
                  <a:pt x="236729" y="181904"/>
                  <a:pt x="238582" y="176104"/>
                  <a:pt x="240271" y="168690"/>
                </a:cubicBezTo>
                <a:lnTo>
                  <a:pt x="263945" y="63975"/>
                </a:lnTo>
                <a:lnTo>
                  <a:pt x="245336" y="63975"/>
                </a:lnTo>
                <a:lnTo>
                  <a:pt x="246988" y="56377"/>
                </a:lnTo>
                <a:cubicBezTo>
                  <a:pt x="251906" y="56083"/>
                  <a:pt x="255448" y="55680"/>
                  <a:pt x="257613" y="55166"/>
                </a:cubicBezTo>
                <a:cubicBezTo>
                  <a:pt x="259779" y="54652"/>
                  <a:pt x="261467" y="53881"/>
                  <a:pt x="262678" y="52853"/>
                </a:cubicBezTo>
                <a:cubicBezTo>
                  <a:pt x="263890" y="51826"/>
                  <a:pt x="264917" y="50486"/>
                  <a:pt x="265762" y="48834"/>
                </a:cubicBezTo>
                <a:cubicBezTo>
                  <a:pt x="266606" y="47183"/>
                  <a:pt x="267688" y="44155"/>
                  <a:pt x="269010" y="39750"/>
                </a:cubicBezTo>
                <a:cubicBezTo>
                  <a:pt x="272900" y="26537"/>
                  <a:pt x="278901" y="16608"/>
                  <a:pt x="287013" y="9965"/>
                </a:cubicBezTo>
                <a:cubicBezTo>
                  <a:pt x="295124" y="3322"/>
                  <a:pt x="305457" y="0"/>
                  <a:pt x="318009" y="0"/>
                </a:cubicBezTo>
                <a:cubicBezTo>
                  <a:pt x="325203" y="0"/>
                  <a:pt x="331406" y="587"/>
                  <a:pt x="336618" y="1762"/>
                </a:cubicBezTo>
                <a:lnTo>
                  <a:pt x="332324" y="20481"/>
                </a:lnTo>
                <a:lnTo>
                  <a:pt x="322634" y="20481"/>
                </a:lnTo>
                <a:cubicBezTo>
                  <a:pt x="321606" y="16296"/>
                  <a:pt x="320267" y="13287"/>
                  <a:pt x="318615" y="11452"/>
                </a:cubicBezTo>
                <a:cubicBezTo>
                  <a:pt x="316963" y="9616"/>
                  <a:pt x="314522" y="8699"/>
                  <a:pt x="311292" y="8699"/>
                </a:cubicBezTo>
                <a:cubicBezTo>
                  <a:pt x="307108" y="8699"/>
                  <a:pt x="303566" y="9855"/>
                  <a:pt x="300667" y="12167"/>
                </a:cubicBezTo>
                <a:cubicBezTo>
                  <a:pt x="297767" y="14480"/>
                  <a:pt x="295290" y="17911"/>
                  <a:pt x="293234" y="22463"/>
                </a:cubicBezTo>
                <a:cubicBezTo>
                  <a:pt x="291179" y="27014"/>
                  <a:pt x="289270" y="33143"/>
                  <a:pt x="287508" y="40851"/>
                </a:cubicBezTo>
                <a:lnTo>
                  <a:pt x="284756" y="52853"/>
                </a:lnTo>
                <a:lnTo>
                  <a:pt x="313054" y="52853"/>
                </a:lnTo>
                <a:lnTo>
                  <a:pt x="310632" y="63975"/>
                </a:lnTo>
                <a:lnTo>
                  <a:pt x="282223" y="63975"/>
                </a:lnTo>
                <a:lnTo>
                  <a:pt x="261742" y="159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𝜃">
            <a:extLst xmlns:a="http://schemas.openxmlformats.org/drawingml/2006/main">
              <a:ext uri="{FF2B5EF4-FFF2-40B4-BE49-F238E27FC236}">
                <a16:creationId xmlns:a16="http://schemas.microsoft.com/office/drawing/2014/main" id="{F7B00343-2A22-4A7C-ABF6-DD12311D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610" y="1112687"/>
            <a:ext cx="79967" cy="118222"/>
          </a:xfrm>
          <a:custGeom xmlns:a="http://schemas.openxmlformats.org/drawingml/2006/main">
            <a:pathLst>
              <a:path w="79967" h="118222">
                <a:moveTo>
                  <a:pt x="26280" y="118222"/>
                </a:moveTo>
                <a:cubicBezTo>
                  <a:pt x="8760" y="118222"/>
                  <a:pt x="0" y="107319"/>
                  <a:pt x="0" y="85512"/>
                </a:cubicBezTo>
                <a:cubicBezTo>
                  <a:pt x="0" y="78975"/>
                  <a:pt x="603" y="72077"/>
                  <a:pt x="1808" y="64817"/>
                </a:cubicBezTo>
                <a:cubicBezTo>
                  <a:pt x="3014" y="57557"/>
                  <a:pt x="4902" y="50230"/>
                  <a:pt x="7474" y="42836"/>
                </a:cubicBezTo>
                <a:cubicBezTo>
                  <a:pt x="9778" y="36300"/>
                  <a:pt x="12578" y="30393"/>
                  <a:pt x="15873" y="25115"/>
                </a:cubicBezTo>
                <a:cubicBezTo>
                  <a:pt x="19168" y="19838"/>
                  <a:pt x="22798" y="15337"/>
                  <a:pt x="26763" y="11613"/>
                </a:cubicBezTo>
                <a:cubicBezTo>
                  <a:pt x="30728" y="7890"/>
                  <a:pt x="35014" y="5023"/>
                  <a:pt x="39622" y="3014"/>
                </a:cubicBezTo>
                <a:cubicBezTo>
                  <a:pt x="44229" y="1005"/>
                  <a:pt x="49025" y="0"/>
                  <a:pt x="54008" y="0"/>
                </a:cubicBezTo>
                <a:cubicBezTo>
                  <a:pt x="71314" y="0"/>
                  <a:pt x="79967" y="10984"/>
                  <a:pt x="79967" y="32951"/>
                </a:cubicBezTo>
                <a:cubicBezTo>
                  <a:pt x="79967" y="39488"/>
                  <a:pt x="79310" y="46399"/>
                  <a:pt x="77998" y="53686"/>
                </a:cubicBezTo>
                <a:cubicBezTo>
                  <a:pt x="76685" y="60973"/>
                  <a:pt x="74716" y="68340"/>
                  <a:pt x="72091" y="75787"/>
                </a:cubicBezTo>
                <a:cubicBezTo>
                  <a:pt x="69787" y="82324"/>
                  <a:pt x="67041" y="88218"/>
                  <a:pt x="63853" y="93469"/>
                </a:cubicBezTo>
                <a:cubicBezTo>
                  <a:pt x="60665" y="98719"/>
                  <a:pt x="57129" y="103180"/>
                  <a:pt x="53244" y="106850"/>
                </a:cubicBezTo>
                <a:cubicBezTo>
                  <a:pt x="49360" y="110520"/>
                  <a:pt x="45154" y="113333"/>
                  <a:pt x="40626" y="115289"/>
                </a:cubicBezTo>
                <a:cubicBezTo>
                  <a:pt x="36099" y="117244"/>
                  <a:pt x="31317" y="118222"/>
                  <a:pt x="26280" y="118222"/>
                </a:cubicBezTo>
                <a:moveTo>
                  <a:pt x="61803" y="54008"/>
                </a:moveTo>
                <a:cubicBezTo>
                  <a:pt x="62875" y="48650"/>
                  <a:pt x="63705" y="43613"/>
                  <a:pt x="64295" y="38898"/>
                </a:cubicBezTo>
                <a:cubicBezTo>
                  <a:pt x="64884" y="34183"/>
                  <a:pt x="65179" y="29736"/>
                  <a:pt x="65179" y="25557"/>
                </a:cubicBezTo>
                <a:cubicBezTo>
                  <a:pt x="65179" y="19556"/>
                  <a:pt x="64255" y="15123"/>
                  <a:pt x="62406" y="12256"/>
                </a:cubicBezTo>
                <a:cubicBezTo>
                  <a:pt x="60558" y="9390"/>
                  <a:pt x="57544" y="7956"/>
                  <a:pt x="53365" y="7956"/>
                </a:cubicBezTo>
                <a:cubicBezTo>
                  <a:pt x="46399" y="7956"/>
                  <a:pt x="40184" y="11828"/>
                  <a:pt x="34719" y="19570"/>
                </a:cubicBezTo>
                <a:cubicBezTo>
                  <a:pt x="29254" y="27312"/>
                  <a:pt x="24539" y="38791"/>
                  <a:pt x="20574" y="54008"/>
                </a:cubicBezTo>
                <a:lnTo>
                  <a:pt x="61803" y="54008"/>
                </a:lnTo>
                <a:moveTo>
                  <a:pt x="18324" y="63813"/>
                </a:moveTo>
                <a:cubicBezTo>
                  <a:pt x="17092" y="69331"/>
                  <a:pt x="16221" y="74448"/>
                  <a:pt x="15712" y="79163"/>
                </a:cubicBezTo>
                <a:cubicBezTo>
                  <a:pt x="15203" y="83878"/>
                  <a:pt x="14949" y="88325"/>
                  <a:pt x="14949" y="92504"/>
                </a:cubicBezTo>
                <a:cubicBezTo>
                  <a:pt x="14949" y="98880"/>
                  <a:pt x="15913" y="103461"/>
                  <a:pt x="17842" y="106247"/>
                </a:cubicBezTo>
                <a:cubicBezTo>
                  <a:pt x="19771" y="109033"/>
                  <a:pt x="22851" y="110426"/>
                  <a:pt x="27084" y="110426"/>
                </a:cubicBezTo>
                <a:cubicBezTo>
                  <a:pt x="30406" y="110426"/>
                  <a:pt x="33607" y="109408"/>
                  <a:pt x="36688" y="107372"/>
                </a:cubicBezTo>
                <a:cubicBezTo>
                  <a:pt x="39769" y="105336"/>
                  <a:pt x="42702" y="102349"/>
                  <a:pt x="45489" y="98411"/>
                </a:cubicBezTo>
                <a:cubicBezTo>
                  <a:pt x="48275" y="94473"/>
                  <a:pt x="50846" y="89611"/>
                  <a:pt x="53204" y="83824"/>
                </a:cubicBezTo>
                <a:cubicBezTo>
                  <a:pt x="55561" y="78038"/>
                  <a:pt x="57678" y="71367"/>
                  <a:pt x="59553" y="63813"/>
                </a:cubicBezTo>
                <a:lnTo>
                  <a:pt x="18324" y="638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(X">
            <a:extLst xmlns:a="http://schemas.openxmlformats.org/drawingml/2006/main">
              <a:ext uri="{FF2B5EF4-FFF2-40B4-BE49-F238E27FC236}">
                <a16:creationId xmlns:a16="http://schemas.microsoft.com/office/drawing/2014/main" id="{A05D433F-CFF6-4277-B689-D645A070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32" y="1023695"/>
            <a:ext cx="200012" cy="208881"/>
          </a:xfrm>
          <a:custGeom xmlns:a="http://schemas.openxmlformats.org/drawingml/2006/main">
            <a:pathLst>
              <a:path w="200012" h="208881">
                <a:moveTo>
                  <a:pt x="19049" y="103394"/>
                </a:moveTo>
                <a:cubicBezTo>
                  <a:pt x="19049" y="129087"/>
                  <a:pt x="23178" y="150265"/>
                  <a:pt x="31437" y="166929"/>
                </a:cubicBezTo>
                <a:cubicBezTo>
                  <a:pt x="39695" y="183592"/>
                  <a:pt x="52303" y="194750"/>
                  <a:pt x="69260" y="200402"/>
                </a:cubicBezTo>
                <a:lnTo>
                  <a:pt x="66617" y="208881"/>
                </a:lnTo>
                <a:cubicBezTo>
                  <a:pt x="45109" y="203228"/>
                  <a:pt x="28629" y="191061"/>
                  <a:pt x="17177" y="172379"/>
                </a:cubicBezTo>
                <a:cubicBezTo>
                  <a:pt x="5726" y="153697"/>
                  <a:pt x="0" y="131069"/>
                  <a:pt x="0" y="104495"/>
                </a:cubicBezTo>
                <a:cubicBezTo>
                  <a:pt x="0" y="77995"/>
                  <a:pt x="5744" y="55368"/>
                  <a:pt x="17232" y="36612"/>
                </a:cubicBezTo>
                <a:cubicBezTo>
                  <a:pt x="28721" y="17856"/>
                  <a:pt x="45182" y="5652"/>
                  <a:pt x="66617" y="0"/>
                </a:cubicBezTo>
                <a:lnTo>
                  <a:pt x="69590" y="8479"/>
                </a:lnTo>
                <a:cubicBezTo>
                  <a:pt x="52413" y="14131"/>
                  <a:pt x="39695" y="25160"/>
                  <a:pt x="31437" y="41567"/>
                </a:cubicBezTo>
                <a:cubicBezTo>
                  <a:pt x="23178" y="57974"/>
                  <a:pt x="19049" y="78583"/>
                  <a:pt x="19049" y="103394"/>
                </a:cubicBezTo>
                <a:close/>
                <a:moveTo>
                  <a:pt x="126458" y="8809"/>
                </a:moveTo>
                <a:lnTo>
                  <a:pt x="126458" y="14204"/>
                </a:lnTo>
                <a:cubicBezTo>
                  <a:pt x="122934" y="14718"/>
                  <a:pt x="120402" y="15672"/>
                  <a:pt x="118860" y="17067"/>
                </a:cubicBezTo>
                <a:cubicBezTo>
                  <a:pt x="117318" y="18462"/>
                  <a:pt x="116548" y="20371"/>
                  <a:pt x="116548" y="22793"/>
                </a:cubicBezTo>
                <a:cubicBezTo>
                  <a:pt x="116548" y="24848"/>
                  <a:pt x="117245" y="27418"/>
                  <a:pt x="118640" y="30501"/>
                </a:cubicBezTo>
                <a:cubicBezTo>
                  <a:pt x="120035" y="33584"/>
                  <a:pt x="122017" y="37254"/>
                  <a:pt x="124586" y="41512"/>
                </a:cubicBezTo>
                <a:lnTo>
                  <a:pt x="140552" y="68269"/>
                </a:lnTo>
                <a:lnTo>
                  <a:pt x="156298" y="42833"/>
                </a:lnTo>
                <a:cubicBezTo>
                  <a:pt x="158647" y="39016"/>
                  <a:pt x="160409" y="35970"/>
                  <a:pt x="161583" y="33694"/>
                </a:cubicBezTo>
                <a:cubicBezTo>
                  <a:pt x="162758" y="31418"/>
                  <a:pt x="163584" y="29510"/>
                  <a:pt x="164061" y="27968"/>
                </a:cubicBezTo>
                <a:cubicBezTo>
                  <a:pt x="164538" y="26427"/>
                  <a:pt x="164776" y="24848"/>
                  <a:pt x="164776" y="23233"/>
                </a:cubicBezTo>
                <a:cubicBezTo>
                  <a:pt x="164776" y="20958"/>
                  <a:pt x="164116" y="19031"/>
                  <a:pt x="162794" y="17453"/>
                </a:cubicBezTo>
                <a:cubicBezTo>
                  <a:pt x="161473" y="15874"/>
                  <a:pt x="159271" y="14792"/>
                  <a:pt x="156188" y="14204"/>
                </a:cubicBezTo>
                <a:lnTo>
                  <a:pt x="156188" y="8809"/>
                </a:lnTo>
                <a:lnTo>
                  <a:pt x="197039" y="8809"/>
                </a:lnTo>
                <a:lnTo>
                  <a:pt x="197039" y="14204"/>
                </a:lnTo>
                <a:cubicBezTo>
                  <a:pt x="194323" y="15085"/>
                  <a:pt x="191882" y="16370"/>
                  <a:pt x="189717" y="18058"/>
                </a:cubicBezTo>
                <a:cubicBezTo>
                  <a:pt x="187551" y="19747"/>
                  <a:pt x="185239" y="22206"/>
                  <a:pt x="182780" y="25436"/>
                </a:cubicBezTo>
                <a:cubicBezTo>
                  <a:pt x="180320" y="28666"/>
                  <a:pt x="176815" y="33767"/>
                  <a:pt x="172264" y="40741"/>
                </a:cubicBezTo>
                <a:lnTo>
                  <a:pt x="147379" y="79280"/>
                </a:lnTo>
                <a:lnTo>
                  <a:pt x="175347" y="125306"/>
                </a:lnTo>
                <a:cubicBezTo>
                  <a:pt x="179311" y="131840"/>
                  <a:pt x="182156" y="136409"/>
                  <a:pt x="183881" y="139015"/>
                </a:cubicBezTo>
                <a:cubicBezTo>
                  <a:pt x="185606" y="141621"/>
                  <a:pt x="187221" y="143824"/>
                  <a:pt x="188726" y="145622"/>
                </a:cubicBezTo>
                <a:cubicBezTo>
                  <a:pt x="190230" y="147420"/>
                  <a:pt x="191845" y="148980"/>
                  <a:pt x="193570" y="150302"/>
                </a:cubicBezTo>
                <a:cubicBezTo>
                  <a:pt x="195296" y="151623"/>
                  <a:pt x="197443" y="152761"/>
                  <a:pt x="200012" y="153715"/>
                </a:cubicBezTo>
                <a:lnTo>
                  <a:pt x="200012" y="159111"/>
                </a:lnTo>
                <a:lnTo>
                  <a:pt x="151673" y="159111"/>
                </a:lnTo>
                <a:lnTo>
                  <a:pt x="151673" y="153715"/>
                </a:lnTo>
                <a:cubicBezTo>
                  <a:pt x="155050" y="153128"/>
                  <a:pt x="157546" y="152192"/>
                  <a:pt x="159161" y="150907"/>
                </a:cubicBezTo>
                <a:cubicBezTo>
                  <a:pt x="160776" y="149623"/>
                  <a:pt x="161583" y="147696"/>
                  <a:pt x="161583" y="145126"/>
                </a:cubicBezTo>
                <a:cubicBezTo>
                  <a:pt x="161583" y="143071"/>
                  <a:pt x="161051" y="140795"/>
                  <a:pt x="159987" y="138300"/>
                </a:cubicBezTo>
                <a:cubicBezTo>
                  <a:pt x="158922" y="135804"/>
                  <a:pt x="157289" y="132721"/>
                  <a:pt x="155087" y="129050"/>
                </a:cubicBezTo>
                <a:lnTo>
                  <a:pt x="135156" y="95797"/>
                </a:lnTo>
                <a:lnTo>
                  <a:pt x="114125" y="130261"/>
                </a:lnTo>
                <a:cubicBezTo>
                  <a:pt x="110602" y="136061"/>
                  <a:pt x="108840" y="140832"/>
                  <a:pt x="108840" y="144576"/>
                </a:cubicBezTo>
                <a:cubicBezTo>
                  <a:pt x="108840" y="146998"/>
                  <a:pt x="109501" y="148980"/>
                  <a:pt x="110822" y="150522"/>
                </a:cubicBezTo>
                <a:cubicBezTo>
                  <a:pt x="112143" y="152064"/>
                  <a:pt x="114345" y="153128"/>
                  <a:pt x="117429" y="153715"/>
                </a:cubicBezTo>
                <a:lnTo>
                  <a:pt x="117429" y="159111"/>
                </a:lnTo>
                <a:lnTo>
                  <a:pt x="75807" y="159111"/>
                </a:lnTo>
                <a:lnTo>
                  <a:pt x="75807" y="153715"/>
                </a:lnTo>
                <a:cubicBezTo>
                  <a:pt x="78523" y="152908"/>
                  <a:pt x="80762" y="151935"/>
                  <a:pt x="82523" y="150797"/>
                </a:cubicBezTo>
                <a:cubicBezTo>
                  <a:pt x="84285" y="149659"/>
                  <a:pt x="85973" y="148210"/>
                  <a:pt x="87588" y="146448"/>
                </a:cubicBezTo>
                <a:cubicBezTo>
                  <a:pt x="89203" y="144686"/>
                  <a:pt x="91002" y="142447"/>
                  <a:pt x="92984" y="139731"/>
                </a:cubicBezTo>
                <a:cubicBezTo>
                  <a:pt x="94966" y="137015"/>
                  <a:pt x="98122" y="132280"/>
                  <a:pt x="102453" y="125527"/>
                </a:cubicBezTo>
                <a:lnTo>
                  <a:pt x="128440" y="85006"/>
                </a:lnTo>
                <a:lnTo>
                  <a:pt x="97388" y="33914"/>
                </a:lnTo>
                <a:cubicBezTo>
                  <a:pt x="94452" y="29216"/>
                  <a:pt x="92231" y="25803"/>
                  <a:pt x="90727" y="23674"/>
                </a:cubicBezTo>
                <a:cubicBezTo>
                  <a:pt x="89222" y="21545"/>
                  <a:pt x="87827" y="19820"/>
                  <a:pt x="86542" y="18499"/>
                </a:cubicBezTo>
                <a:cubicBezTo>
                  <a:pt x="85258" y="17177"/>
                  <a:pt x="84102" y="16241"/>
                  <a:pt x="83074" y="15691"/>
                </a:cubicBezTo>
                <a:cubicBezTo>
                  <a:pt x="82046" y="15140"/>
                  <a:pt x="80872" y="14645"/>
                  <a:pt x="79550" y="14204"/>
                </a:cubicBezTo>
                <a:lnTo>
                  <a:pt x="79550" y="8809"/>
                </a:lnTo>
                <a:lnTo>
                  <a:pt x="126458" y="88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𝑡">
            <a:extLst xmlns:a="http://schemas.openxmlformats.org/drawingml/2006/main">
              <a:ext uri="{FF2B5EF4-FFF2-40B4-BE49-F238E27FC236}">
                <a16:creationId xmlns:a16="http://schemas.microsoft.com/office/drawing/2014/main" id="{C3BC4C92-DCC6-43C8-9803-06466DA9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925" y="1128681"/>
            <a:ext cx="58428" cy="102229"/>
          </a:xfrm>
          <a:custGeom xmlns:a="http://schemas.openxmlformats.org/drawingml/2006/main">
            <a:pathLst>
              <a:path w="58428" h="102229">
                <a:moveTo>
                  <a:pt x="50632" y="85271"/>
                </a:moveTo>
                <a:cubicBezTo>
                  <a:pt x="47900" y="88325"/>
                  <a:pt x="45301" y="90924"/>
                  <a:pt x="42836" y="93067"/>
                </a:cubicBezTo>
                <a:cubicBezTo>
                  <a:pt x="40372" y="95210"/>
                  <a:pt x="37961" y="96965"/>
                  <a:pt x="35603" y="98331"/>
                </a:cubicBezTo>
                <a:cubicBezTo>
                  <a:pt x="33246" y="99697"/>
                  <a:pt x="30915" y="100688"/>
                  <a:pt x="28611" y="101304"/>
                </a:cubicBezTo>
                <a:cubicBezTo>
                  <a:pt x="26307" y="101921"/>
                  <a:pt x="23950" y="102229"/>
                  <a:pt x="21539" y="102229"/>
                </a:cubicBezTo>
                <a:cubicBezTo>
                  <a:pt x="15163" y="102229"/>
                  <a:pt x="10408" y="100729"/>
                  <a:pt x="7273" y="97728"/>
                </a:cubicBezTo>
                <a:cubicBezTo>
                  <a:pt x="4139" y="94728"/>
                  <a:pt x="2572" y="90307"/>
                  <a:pt x="2572" y="84467"/>
                </a:cubicBezTo>
                <a:cubicBezTo>
                  <a:pt x="2572" y="82485"/>
                  <a:pt x="2719" y="80302"/>
                  <a:pt x="3014" y="77917"/>
                </a:cubicBezTo>
                <a:cubicBezTo>
                  <a:pt x="3309" y="75533"/>
                  <a:pt x="3724" y="73216"/>
                  <a:pt x="4260" y="70965"/>
                </a:cubicBezTo>
                <a:lnTo>
                  <a:pt x="13823" y="29334"/>
                </a:lnTo>
                <a:lnTo>
                  <a:pt x="0" y="29334"/>
                </a:lnTo>
                <a:lnTo>
                  <a:pt x="1607" y="23146"/>
                </a:lnTo>
                <a:cubicBezTo>
                  <a:pt x="4822" y="23146"/>
                  <a:pt x="7327" y="22838"/>
                  <a:pt x="9122" y="22222"/>
                </a:cubicBezTo>
                <a:cubicBezTo>
                  <a:pt x="10917" y="21606"/>
                  <a:pt x="12430" y="20762"/>
                  <a:pt x="13663" y="19690"/>
                </a:cubicBezTo>
                <a:cubicBezTo>
                  <a:pt x="14466" y="18940"/>
                  <a:pt x="15243" y="18016"/>
                  <a:pt x="15993" y="16918"/>
                </a:cubicBezTo>
                <a:cubicBezTo>
                  <a:pt x="16743" y="15819"/>
                  <a:pt x="17494" y="14493"/>
                  <a:pt x="18244" y="12939"/>
                </a:cubicBezTo>
                <a:cubicBezTo>
                  <a:pt x="18994" y="11386"/>
                  <a:pt x="19757" y="9550"/>
                  <a:pt x="20534" y="7434"/>
                </a:cubicBezTo>
                <a:cubicBezTo>
                  <a:pt x="21311" y="5318"/>
                  <a:pt x="22182" y="2840"/>
                  <a:pt x="23146" y="0"/>
                </a:cubicBezTo>
                <a:lnTo>
                  <a:pt x="35684" y="0"/>
                </a:lnTo>
                <a:lnTo>
                  <a:pt x="31103" y="20414"/>
                </a:lnTo>
                <a:lnTo>
                  <a:pt x="58428" y="20414"/>
                </a:lnTo>
                <a:lnTo>
                  <a:pt x="56579" y="29334"/>
                </a:lnTo>
                <a:lnTo>
                  <a:pt x="29334" y="29334"/>
                </a:lnTo>
                <a:lnTo>
                  <a:pt x="21137" y="63009"/>
                </a:lnTo>
                <a:cubicBezTo>
                  <a:pt x="20601" y="65259"/>
                  <a:pt x="20159" y="67282"/>
                  <a:pt x="19811" y="69077"/>
                </a:cubicBezTo>
                <a:cubicBezTo>
                  <a:pt x="19463" y="70872"/>
                  <a:pt x="19181" y="72492"/>
                  <a:pt x="18967" y="73939"/>
                </a:cubicBezTo>
                <a:cubicBezTo>
                  <a:pt x="18753" y="75386"/>
                  <a:pt x="18605" y="76698"/>
                  <a:pt x="18525" y="77877"/>
                </a:cubicBezTo>
                <a:cubicBezTo>
                  <a:pt x="18445" y="79056"/>
                  <a:pt x="18404" y="80154"/>
                  <a:pt x="18404" y="81172"/>
                </a:cubicBezTo>
                <a:cubicBezTo>
                  <a:pt x="18404" y="84387"/>
                  <a:pt x="19074" y="86905"/>
                  <a:pt x="20414" y="88727"/>
                </a:cubicBezTo>
                <a:cubicBezTo>
                  <a:pt x="21753" y="90548"/>
                  <a:pt x="23950" y="91459"/>
                  <a:pt x="27004" y="91459"/>
                </a:cubicBezTo>
                <a:cubicBezTo>
                  <a:pt x="29576" y="91459"/>
                  <a:pt x="32308" y="90508"/>
                  <a:pt x="35201" y="88606"/>
                </a:cubicBezTo>
                <a:cubicBezTo>
                  <a:pt x="38095" y="86704"/>
                  <a:pt x="41390" y="83717"/>
                  <a:pt x="45087" y="79645"/>
                </a:cubicBezTo>
                <a:lnTo>
                  <a:pt x="50632" y="852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(𝑑)">
            <a:extLst xmlns:a="http://schemas.openxmlformats.org/drawingml/2006/main">
              <a:ext uri="{FF2B5EF4-FFF2-40B4-BE49-F238E27FC236}">
                <a16:creationId xmlns:a16="http://schemas.microsoft.com/office/drawing/2014/main" id="{876BA074-B152-4971-BC77-C7B65631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107" y="966880"/>
            <a:ext cx="218231" cy="152459"/>
          </a:xfrm>
          <a:custGeom xmlns:a="http://schemas.openxmlformats.org/drawingml/2006/main">
            <a:pathLst>
              <a:path w="218231" h="152459">
                <a:moveTo>
                  <a:pt x="13904" y="75466"/>
                </a:moveTo>
                <a:cubicBezTo>
                  <a:pt x="13904" y="94219"/>
                  <a:pt x="16918" y="109676"/>
                  <a:pt x="22945" y="121839"/>
                </a:cubicBezTo>
                <a:cubicBezTo>
                  <a:pt x="28973" y="134001"/>
                  <a:pt x="38175" y="142145"/>
                  <a:pt x="50552" y="146271"/>
                </a:cubicBezTo>
                <a:lnTo>
                  <a:pt x="48623" y="152459"/>
                </a:lnTo>
                <a:cubicBezTo>
                  <a:pt x="32924" y="148333"/>
                  <a:pt x="20896" y="139453"/>
                  <a:pt x="12537" y="125817"/>
                </a:cubicBezTo>
                <a:cubicBezTo>
                  <a:pt x="4179" y="112181"/>
                  <a:pt x="0" y="95665"/>
                  <a:pt x="0" y="76270"/>
                </a:cubicBezTo>
                <a:cubicBezTo>
                  <a:pt x="0" y="56928"/>
                  <a:pt x="4193" y="40412"/>
                  <a:pt x="12578" y="26723"/>
                </a:cubicBezTo>
                <a:cubicBezTo>
                  <a:pt x="20963" y="13033"/>
                  <a:pt x="32978" y="4126"/>
                  <a:pt x="48623" y="0"/>
                </a:cubicBezTo>
                <a:lnTo>
                  <a:pt x="50793" y="6188"/>
                </a:lnTo>
                <a:cubicBezTo>
                  <a:pt x="38255" y="10314"/>
                  <a:pt x="28973" y="18364"/>
                  <a:pt x="22945" y="30339"/>
                </a:cubicBezTo>
                <a:cubicBezTo>
                  <a:pt x="16918" y="42314"/>
                  <a:pt x="13904" y="57356"/>
                  <a:pt x="13904" y="75466"/>
                </a:cubicBezTo>
                <a:close/>
                <a:moveTo>
                  <a:pt x="131699" y="88405"/>
                </a:moveTo>
                <a:cubicBezTo>
                  <a:pt x="130949" y="91566"/>
                  <a:pt x="130453" y="94085"/>
                  <a:pt x="130212" y="95960"/>
                </a:cubicBezTo>
                <a:cubicBezTo>
                  <a:pt x="129971" y="97835"/>
                  <a:pt x="129850" y="99523"/>
                  <a:pt x="129850" y="101023"/>
                </a:cubicBezTo>
                <a:cubicBezTo>
                  <a:pt x="129850" y="103059"/>
                  <a:pt x="130265" y="104533"/>
                  <a:pt x="131096" y="105443"/>
                </a:cubicBezTo>
                <a:cubicBezTo>
                  <a:pt x="131926" y="106354"/>
                  <a:pt x="133118" y="106810"/>
                  <a:pt x="134672" y="106810"/>
                </a:cubicBezTo>
                <a:cubicBezTo>
                  <a:pt x="135637" y="106810"/>
                  <a:pt x="136588" y="106622"/>
                  <a:pt x="137525" y="106247"/>
                </a:cubicBezTo>
                <a:cubicBezTo>
                  <a:pt x="138463" y="105872"/>
                  <a:pt x="139481" y="105283"/>
                  <a:pt x="140579" y="104479"/>
                </a:cubicBezTo>
                <a:cubicBezTo>
                  <a:pt x="141678" y="103675"/>
                  <a:pt x="142883" y="102644"/>
                  <a:pt x="144196" y="101385"/>
                </a:cubicBezTo>
                <a:cubicBezTo>
                  <a:pt x="145509" y="100126"/>
                  <a:pt x="146995" y="98612"/>
                  <a:pt x="148656" y="96844"/>
                </a:cubicBezTo>
                <a:cubicBezTo>
                  <a:pt x="149514" y="97755"/>
                  <a:pt x="150398" y="98652"/>
                  <a:pt x="151309" y="99536"/>
                </a:cubicBezTo>
                <a:cubicBezTo>
                  <a:pt x="152219" y="100420"/>
                  <a:pt x="153103" y="101291"/>
                  <a:pt x="153961" y="102148"/>
                </a:cubicBezTo>
                <a:cubicBezTo>
                  <a:pt x="151282" y="104881"/>
                  <a:pt x="148844" y="107225"/>
                  <a:pt x="146647" y="109181"/>
                </a:cubicBezTo>
                <a:cubicBezTo>
                  <a:pt x="144450" y="111136"/>
                  <a:pt x="142321" y="112744"/>
                  <a:pt x="140258" y="114003"/>
                </a:cubicBezTo>
                <a:cubicBezTo>
                  <a:pt x="138195" y="115262"/>
                  <a:pt x="136172" y="116173"/>
                  <a:pt x="134190" y="116735"/>
                </a:cubicBezTo>
                <a:cubicBezTo>
                  <a:pt x="132208" y="117298"/>
                  <a:pt x="130145" y="117579"/>
                  <a:pt x="128002" y="117579"/>
                </a:cubicBezTo>
                <a:cubicBezTo>
                  <a:pt x="124144" y="117579"/>
                  <a:pt x="121144" y="116333"/>
                  <a:pt x="119000" y="113842"/>
                </a:cubicBezTo>
                <a:cubicBezTo>
                  <a:pt x="116857" y="111351"/>
                  <a:pt x="115786" y="107935"/>
                  <a:pt x="115786" y="103595"/>
                </a:cubicBezTo>
                <a:cubicBezTo>
                  <a:pt x="115786" y="101184"/>
                  <a:pt x="116161" y="98880"/>
                  <a:pt x="116911" y="96683"/>
                </a:cubicBezTo>
                <a:lnTo>
                  <a:pt x="115786" y="96201"/>
                </a:lnTo>
                <a:cubicBezTo>
                  <a:pt x="113053" y="100005"/>
                  <a:pt x="110401" y="103247"/>
                  <a:pt x="107829" y="105926"/>
                </a:cubicBezTo>
                <a:cubicBezTo>
                  <a:pt x="105257" y="108605"/>
                  <a:pt x="102712" y="110815"/>
                  <a:pt x="100194" y="112556"/>
                </a:cubicBezTo>
                <a:cubicBezTo>
                  <a:pt x="97676" y="114297"/>
                  <a:pt x="95131" y="115570"/>
                  <a:pt x="92559" y="116374"/>
                </a:cubicBezTo>
                <a:cubicBezTo>
                  <a:pt x="89987" y="117177"/>
                  <a:pt x="87308" y="117579"/>
                  <a:pt x="84522" y="117579"/>
                </a:cubicBezTo>
                <a:cubicBezTo>
                  <a:pt x="78146" y="117579"/>
                  <a:pt x="73217" y="115289"/>
                  <a:pt x="69735" y="110708"/>
                </a:cubicBezTo>
                <a:cubicBezTo>
                  <a:pt x="66252" y="106127"/>
                  <a:pt x="64511" y="99469"/>
                  <a:pt x="64511" y="90736"/>
                </a:cubicBezTo>
                <a:cubicBezTo>
                  <a:pt x="64511" y="85539"/>
                  <a:pt x="65060" y="80543"/>
                  <a:pt x="66158" y="75747"/>
                </a:cubicBezTo>
                <a:cubicBezTo>
                  <a:pt x="67256" y="70952"/>
                  <a:pt x="68810" y="66451"/>
                  <a:pt x="70819" y="62245"/>
                </a:cubicBezTo>
                <a:cubicBezTo>
                  <a:pt x="72829" y="58039"/>
                  <a:pt x="75226" y="54209"/>
                  <a:pt x="78012" y="50753"/>
                </a:cubicBezTo>
                <a:cubicBezTo>
                  <a:pt x="80799" y="47297"/>
                  <a:pt x="83853" y="44337"/>
                  <a:pt x="87174" y="41872"/>
                </a:cubicBezTo>
                <a:cubicBezTo>
                  <a:pt x="90496" y="39407"/>
                  <a:pt x="94033" y="37492"/>
                  <a:pt x="97783" y="36126"/>
                </a:cubicBezTo>
                <a:cubicBezTo>
                  <a:pt x="101534" y="34759"/>
                  <a:pt x="105418" y="34076"/>
                  <a:pt x="109437" y="34076"/>
                </a:cubicBezTo>
                <a:cubicBezTo>
                  <a:pt x="112973" y="34076"/>
                  <a:pt x="116214" y="34424"/>
                  <a:pt x="119161" y="35121"/>
                </a:cubicBezTo>
                <a:cubicBezTo>
                  <a:pt x="122108" y="35818"/>
                  <a:pt x="124921" y="37211"/>
                  <a:pt x="127600" y="39300"/>
                </a:cubicBezTo>
                <a:cubicBezTo>
                  <a:pt x="128511" y="35925"/>
                  <a:pt x="129234" y="33045"/>
                  <a:pt x="129770" y="30661"/>
                </a:cubicBezTo>
                <a:cubicBezTo>
                  <a:pt x="130306" y="28276"/>
                  <a:pt x="130748" y="26080"/>
                  <a:pt x="131096" y="24070"/>
                </a:cubicBezTo>
                <a:cubicBezTo>
                  <a:pt x="131444" y="22061"/>
                  <a:pt x="131618" y="20387"/>
                  <a:pt x="131618" y="19047"/>
                </a:cubicBezTo>
                <a:cubicBezTo>
                  <a:pt x="131618" y="17922"/>
                  <a:pt x="131471" y="16985"/>
                  <a:pt x="131176" y="16234"/>
                </a:cubicBezTo>
                <a:cubicBezTo>
                  <a:pt x="130882" y="15484"/>
                  <a:pt x="130359" y="14868"/>
                  <a:pt x="129609" y="14386"/>
                </a:cubicBezTo>
                <a:cubicBezTo>
                  <a:pt x="128859" y="13904"/>
                  <a:pt x="127801" y="13555"/>
                  <a:pt x="126434" y="13341"/>
                </a:cubicBezTo>
                <a:cubicBezTo>
                  <a:pt x="125068" y="13127"/>
                  <a:pt x="123340" y="12966"/>
                  <a:pt x="121251" y="12859"/>
                </a:cubicBezTo>
                <a:lnTo>
                  <a:pt x="122296" y="7394"/>
                </a:lnTo>
                <a:lnTo>
                  <a:pt x="146245" y="6429"/>
                </a:lnTo>
                <a:lnTo>
                  <a:pt x="150344" y="6429"/>
                </a:lnTo>
                <a:lnTo>
                  <a:pt x="131699" y="88405"/>
                </a:lnTo>
                <a:moveTo>
                  <a:pt x="120849" y="70644"/>
                </a:moveTo>
                <a:cubicBezTo>
                  <a:pt x="121438" y="67751"/>
                  <a:pt x="121974" y="64857"/>
                  <a:pt x="122456" y="61964"/>
                </a:cubicBezTo>
                <a:cubicBezTo>
                  <a:pt x="122938" y="59071"/>
                  <a:pt x="123180" y="56419"/>
                  <a:pt x="123180" y="54008"/>
                </a:cubicBezTo>
                <a:cubicBezTo>
                  <a:pt x="123180" y="49668"/>
                  <a:pt x="122202" y="46587"/>
                  <a:pt x="120246" y="44765"/>
                </a:cubicBezTo>
                <a:cubicBezTo>
                  <a:pt x="118290" y="42944"/>
                  <a:pt x="115170" y="42033"/>
                  <a:pt x="110883" y="42033"/>
                </a:cubicBezTo>
                <a:cubicBezTo>
                  <a:pt x="107722" y="42033"/>
                  <a:pt x="104789" y="42716"/>
                  <a:pt x="102083" y="44082"/>
                </a:cubicBezTo>
                <a:cubicBezTo>
                  <a:pt x="99377" y="45448"/>
                  <a:pt x="96899" y="47324"/>
                  <a:pt x="94649" y="49708"/>
                </a:cubicBezTo>
                <a:cubicBezTo>
                  <a:pt x="92398" y="52092"/>
                  <a:pt x="90389" y="54851"/>
                  <a:pt x="88621" y="57986"/>
                </a:cubicBezTo>
                <a:cubicBezTo>
                  <a:pt x="86853" y="61120"/>
                  <a:pt x="85366" y="64469"/>
                  <a:pt x="84161" y="68032"/>
                </a:cubicBezTo>
                <a:cubicBezTo>
                  <a:pt x="82955" y="71595"/>
                  <a:pt x="82044" y="75238"/>
                  <a:pt x="81428" y="78962"/>
                </a:cubicBezTo>
                <a:cubicBezTo>
                  <a:pt x="80812" y="82686"/>
                  <a:pt x="80504" y="86316"/>
                  <a:pt x="80504" y="89852"/>
                </a:cubicBezTo>
                <a:cubicBezTo>
                  <a:pt x="80504" y="95638"/>
                  <a:pt x="81321" y="99938"/>
                  <a:pt x="82955" y="102751"/>
                </a:cubicBezTo>
                <a:cubicBezTo>
                  <a:pt x="84589" y="105564"/>
                  <a:pt x="87228" y="106970"/>
                  <a:pt x="90871" y="106970"/>
                </a:cubicBezTo>
                <a:cubicBezTo>
                  <a:pt x="93336" y="106970"/>
                  <a:pt x="96069" y="106140"/>
                  <a:pt x="99069" y="104479"/>
                </a:cubicBezTo>
                <a:cubicBezTo>
                  <a:pt x="102069" y="102818"/>
                  <a:pt x="104976" y="100420"/>
                  <a:pt x="107789" y="97286"/>
                </a:cubicBezTo>
                <a:cubicBezTo>
                  <a:pt x="110602" y="94152"/>
                  <a:pt x="113187" y="90334"/>
                  <a:pt x="115545" y="85834"/>
                </a:cubicBezTo>
                <a:cubicBezTo>
                  <a:pt x="117902" y="81333"/>
                  <a:pt x="119670" y="76270"/>
                  <a:pt x="120849" y="70644"/>
                </a:cubicBezTo>
                <a:close/>
                <a:moveTo>
                  <a:pt x="204328" y="75466"/>
                </a:moveTo>
                <a:cubicBezTo>
                  <a:pt x="204328" y="57356"/>
                  <a:pt x="201327" y="42314"/>
                  <a:pt x="195326" y="30339"/>
                </a:cubicBezTo>
                <a:cubicBezTo>
                  <a:pt x="189326" y="18364"/>
                  <a:pt x="180030" y="10314"/>
                  <a:pt x="167439" y="6188"/>
                </a:cubicBezTo>
                <a:lnTo>
                  <a:pt x="169609" y="0"/>
                </a:lnTo>
                <a:cubicBezTo>
                  <a:pt x="185254" y="4126"/>
                  <a:pt x="197269" y="13033"/>
                  <a:pt x="205654" y="26723"/>
                </a:cubicBezTo>
                <a:cubicBezTo>
                  <a:pt x="214039" y="40412"/>
                  <a:pt x="218231" y="56928"/>
                  <a:pt x="218231" y="76270"/>
                </a:cubicBezTo>
                <a:cubicBezTo>
                  <a:pt x="218231" y="95665"/>
                  <a:pt x="214052" y="112181"/>
                  <a:pt x="205694" y="125817"/>
                </a:cubicBezTo>
                <a:cubicBezTo>
                  <a:pt x="197336" y="139453"/>
                  <a:pt x="185307" y="148333"/>
                  <a:pt x="169609" y="152459"/>
                </a:cubicBezTo>
                <a:lnTo>
                  <a:pt x="167680" y="146271"/>
                </a:lnTo>
                <a:cubicBezTo>
                  <a:pt x="180056" y="142145"/>
                  <a:pt x="189259" y="134001"/>
                  <a:pt x="195286" y="121839"/>
                </a:cubicBezTo>
                <a:cubicBezTo>
                  <a:pt x="201314" y="109676"/>
                  <a:pt x="204328" y="94219"/>
                  <a:pt x="204328" y="754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,">
            <a:extLst xmlns:a="http://schemas.openxmlformats.org/drawingml/2006/main">
              <a:ext uri="{FF2B5EF4-FFF2-40B4-BE49-F238E27FC236}">
                <a16:creationId xmlns:a16="http://schemas.microsoft.com/office/drawing/2014/main" id="{8AE077E9-E013-4528-9FC4-8F5A0C97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896" y="1157260"/>
            <a:ext cx="32923" cy="55936"/>
          </a:xfrm>
          <a:custGeom xmlns:a="http://schemas.openxmlformats.org/drawingml/2006/main">
            <a:pathLst>
              <a:path w="32923" h="55936">
                <a:moveTo>
                  <a:pt x="31382" y="0"/>
                </a:moveTo>
                <a:cubicBezTo>
                  <a:pt x="32409" y="5139"/>
                  <a:pt x="32923" y="10204"/>
                  <a:pt x="32923" y="15195"/>
                </a:cubicBezTo>
                <a:cubicBezTo>
                  <a:pt x="32923" y="20334"/>
                  <a:pt x="32042" y="25032"/>
                  <a:pt x="30281" y="29290"/>
                </a:cubicBezTo>
                <a:cubicBezTo>
                  <a:pt x="28519" y="33547"/>
                  <a:pt x="25711" y="37786"/>
                  <a:pt x="21857" y="42007"/>
                </a:cubicBezTo>
                <a:cubicBezTo>
                  <a:pt x="18003" y="46228"/>
                  <a:pt x="12699" y="50871"/>
                  <a:pt x="5946" y="55936"/>
                </a:cubicBezTo>
                <a:lnTo>
                  <a:pt x="0" y="49220"/>
                </a:lnTo>
                <a:cubicBezTo>
                  <a:pt x="3744" y="45696"/>
                  <a:pt x="6460" y="42521"/>
                  <a:pt x="8148" y="39695"/>
                </a:cubicBezTo>
                <a:cubicBezTo>
                  <a:pt x="9837" y="36869"/>
                  <a:pt x="11048" y="33657"/>
                  <a:pt x="11782" y="30060"/>
                </a:cubicBezTo>
                <a:cubicBezTo>
                  <a:pt x="12516" y="26463"/>
                  <a:pt x="12883" y="21949"/>
                  <a:pt x="12883" y="16517"/>
                </a:cubicBezTo>
                <a:cubicBezTo>
                  <a:pt x="12883" y="10938"/>
                  <a:pt x="12626" y="5432"/>
                  <a:pt x="12112" y="0"/>
                </a:cubicBezTo>
                <a:lnTo>
                  <a:pt x="313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෩">
            <a:extLst xmlns:a="http://schemas.openxmlformats.org/drawingml/2006/main">
              <a:ext uri="{FF2B5EF4-FFF2-40B4-BE49-F238E27FC236}">
                <a16:creationId xmlns:a16="http://schemas.microsoft.com/office/drawing/2014/main" id="{B3ED6E32-BE53-45A1-9A94-72E2A134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495" y="988634"/>
            <a:ext cx="127839" cy="27968"/>
          </a:xfrm>
          <a:custGeom xmlns:a="http://schemas.openxmlformats.org/drawingml/2006/main">
            <a:pathLst>
              <a:path w="127839" h="27968">
                <a:moveTo>
                  <a:pt x="94475" y="13984"/>
                </a:moveTo>
                <a:cubicBezTo>
                  <a:pt x="97412" y="13984"/>
                  <a:pt x="100073" y="13709"/>
                  <a:pt x="102458" y="13158"/>
                </a:cubicBezTo>
                <a:cubicBezTo>
                  <a:pt x="104844" y="12608"/>
                  <a:pt x="107083" y="11782"/>
                  <a:pt x="109175" y="10681"/>
                </a:cubicBezTo>
                <a:cubicBezTo>
                  <a:pt x="111267" y="9580"/>
                  <a:pt x="113323" y="8203"/>
                  <a:pt x="115341" y="6552"/>
                </a:cubicBezTo>
                <a:cubicBezTo>
                  <a:pt x="117360" y="4900"/>
                  <a:pt x="119507" y="2936"/>
                  <a:pt x="121783" y="661"/>
                </a:cubicBezTo>
                <a:lnTo>
                  <a:pt x="127839" y="5285"/>
                </a:lnTo>
                <a:cubicBezTo>
                  <a:pt x="124756" y="9616"/>
                  <a:pt x="121746" y="13232"/>
                  <a:pt x="118810" y="16131"/>
                </a:cubicBezTo>
                <a:cubicBezTo>
                  <a:pt x="115874" y="19031"/>
                  <a:pt x="112937" y="21362"/>
                  <a:pt x="110001" y="23123"/>
                </a:cubicBezTo>
                <a:cubicBezTo>
                  <a:pt x="107065" y="24885"/>
                  <a:pt x="104073" y="26133"/>
                  <a:pt x="101027" y="26867"/>
                </a:cubicBezTo>
                <a:cubicBezTo>
                  <a:pt x="97981" y="27601"/>
                  <a:pt x="94842" y="27968"/>
                  <a:pt x="91612" y="27968"/>
                </a:cubicBezTo>
                <a:cubicBezTo>
                  <a:pt x="89263" y="27968"/>
                  <a:pt x="86951" y="27803"/>
                  <a:pt x="84675" y="27473"/>
                </a:cubicBezTo>
                <a:cubicBezTo>
                  <a:pt x="82400" y="27142"/>
                  <a:pt x="80051" y="26647"/>
                  <a:pt x="77628" y="25986"/>
                </a:cubicBezTo>
                <a:cubicBezTo>
                  <a:pt x="75206" y="25326"/>
                  <a:pt x="72655" y="24536"/>
                  <a:pt x="69976" y="23619"/>
                </a:cubicBezTo>
                <a:cubicBezTo>
                  <a:pt x="67296" y="22701"/>
                  <a:pt x="64415" y="21618"/>
                  <a:pt x="61332" y="20371"/>
                </a:cubicBezTo>
                <a:cubicBezTo>
                  <a:pt x="55459" y="18095"/>
                  <a:pt x="50468" y="16462"/>
                  <a:pt x="46357" y="15471"/>
                </a:cubicBezTo>
                <a:cubicBezTo>
                  <a:pt x="42246" y="14480"/>
                  <a:pt x="38465" y="13984"/>
                  <a:pt x="35015" y="13984"/>
                </a:cubicBezTo>
                <a:cubicBezTo>
                  <a:pt x="32519" y="13984"/>
                  <a:pt x="30115" y="14113"/>
                  <a:pt x="27803" y="14370"/>
                </a:cubicBezTo>
                <a:cubicBezTo>
                  <a:pt x="25491" y="14626"/>
                  <a:pt x="23178" y="15195"/>
                  <a:pt x="20866" y="16076"/>
                </a:cubicBezTo>
                <a:cubicBezTo>
                  <a:pt x="18554" y="16957"/>
                  <a:pt x="16223" y="18278"/>
                  <a:pt x="13874" y="20040"/>
                </a:cubicBezTo>
                <a:cubicBezTo>
                  <a:pt x="11525" y="21802"/>
                  <a:pt x="9029" y="24188"/>
                  <a:pt x="6386" y="27197"/>
                </a:cubicBezTo>
                <a:lnTo>
                  <a:pt x="0" y="22573"/>
                </a:lnTo>
                <a:cubicBezTo>
                  <a:pt x="2716" y="18609"/>
                  <a:pt x="5414" y="15195"/>
                  <a:pt x="8093" y="12332"/>
                </a:cubicBezTo>
                <a:cubicBezTo>
                  <a:pt x="10773" y="9470"/>
                  <a:pt x="13580" y="7139"/>
                  <a:pt x="16517" y="5340"/>
                </a:cubicBezTo>
                <a:cubicBezTo>
                  <a:pt x="19453" y="3542"/>
                  <a:pt x="22573" y="2202"/>
                  <a:pt x="25876" y="1321"/>
                </a:cubicBezTo>
                <a:cubicBezTo>
                  <a:pt x="29179" y="440"/>
                  <a:pt x="32850" y="0"/>
                  <a:pt x="36887" y="0"/>
                </a:cubicBezTo>
                <a:cubicBezTo>
                  <a:pt x="39383" y="0"/>
                  <a:pt x="41732" y="147"/>
                  <a:pt x="43934" y="440"/>
                </a:cubicBezTo>
                <a:cubicBezTo>
                  <a:pt x="46137" y="734"/>
                  <a:pt x="48412" y="1175"/>
                  <a:pt x="50761" y="1762"/>
                </a:cubicBezTo>
                <a:cubicBezTo>
                  <a:pt x="53110" y="2349"/>
                  <a:pt x="55624" y="3120"/>
                  <a:pt x="58304" y="4074"/>
                </a:cubicBezTo>
                <a:cubicBezTo>
                  <a:pt x="60983" y="5028"/>
                  <a:pt x="64048" y="6166"/>
                  <a:pt x="67498" y="7488"/>
                </a:cubicBezTo>
                <a:cubicBezTo>
                  <a:pt x="70801" y="8735"/>
                  <a:pt x="73701" y="9782"/>
                  <a:pt x="76197" y="10626"/>
                </a:cubicBezTo>
                <a:cubicBezTo>
                  <a:pt x="78693" y="11470"/>
                  <a:pt x="80968" y="12149"/>
                  <a:pt x="83024" y="12663"/>
                </a:cubicBezTo>
                <a:cubicBezTo>
                  <a:pt x="85079" y="13177"/>
                  <a:pt x="87006" y="13525"/>
                  <a:pt x="88805" y="13709"/>
                </a:cubicBezTo>
                <a:cubicBezTo>
                  <a:pt x="90603" y="13892"/>
                  <a:pt x="92493" y="13984"/>
                  <a:pt x="94475" y="139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X">
            <a:extLst xmlns:a="http://schemas.openxmlformats.org/drawingml/2006/main">
              <a:ext uri="{FF2B5EF4-FFF2-40B4-BE49-F238E27FC236}">
                <a16:creationId xmlns:a16="http://schemas.microsoft.com/office/drawing/2014/main" id="{D9B0ECC4-A8EA-4D6F-A6BA-3BF07E09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807" y="1032504"/>
            <a:ext cx="124205" cy="150302"/>
          </a:xfrm>
          <a:custGeom xmlns:a="http://schemas.openxmlformats.org/drawingml/2006/main">
            <a:pathLst>
              <a:path w="124205" h="150302">
                <a:moveTo>
                  <a:pt x="50651" y="0"/>
                </a:moveTo>
                <a:lnTo>
                  <a:pt x="50651" y="5395"/>
                </a:lnTo>
                <a:cubicBezTo>
                  <a:pt x="47128" y="5909"/>
                  <a:pt x="44595" y="6864"/>
                  <a:pt x="43053" y="8258"/>
                </a:cubicBezTo>
                <a:cubicBezTo>
                  <a:pt x="41512" y="9653"/>
                  <a:pt x="40741" y="11562"/>
                  <a:pt x="40741" y="13984"/>
                </a:cubicBezTo>
                <a:cubicBezTo>
                  <a:pt x="40741" y="16040"/>
                  <a:pt x="41438" y="18609"/>
                  <a:pt x="42833" y="21692"/>
                </a:cubicBezTo>
                <a:cubicBezTo>
                  <a:pt x="44228" y="24775"/>
                  <a:pt x="46210" y="28445"/>
                  <a:pt x="48779" y="32703"/>
                </a:cubicBezTo>
                <a:lnTo>
                  <a:pt x="64745" y="59460"/>
                </a:lnTo>
                <a:lnTo>
                  <a:pt x="80491" y="34024"/>
                </a:lnTo>
                <a:cubicBezTo>
                  <a:pt x="82840" y="30207"/>
                  <a:pt x="84602" y="27161"/>
                  <a:pt x="85777" y="24885"/>
                </a:cubicBezTo>
                <a:cubicBezTo>
                  <a:pt x="86951" y="22609"/>
                  <a:pt x="87777" y="20701"/>
                  <a:pt x="88254" y="19159"/>
                </a:cubicBezTo>
                <a:cubicBezTo>
                  <a:pt x="88731" y="17618"/>
                  <a:pt x="88970" y="16040"/>
                  <a:pt x="88970" y="14425"/>
                </a:cubicBezTo>
                <a:cubicBezTo>
                  <a:pt x="88970" y="12149"/>
                  <a:pt x="88309" y="10222"/>
                  <a:pt x="86988" y="8644"/>
                </a:cubicBezTo>
                <a:cubicBezTo>
                  <a:pt x="85666" y="7065"/>
                  <a:pt x="83464" y="5983"/>
                  <a:pt x="80381" y="5395"/>
                </a:cubicBezTo>
                <a:lnTo>
                  <a:pt x="80381" y="0"/>
                </a:lnTo>
                <a:lnTo>
                  <a:pt x="121232" y="0"/>
                </a:lnTo>
                <a:lnTo>
                  <a:pt x="121232" y="5395"/>
                </a:lnTo>
                <a:cubicBezTo>
                  <a:pt x="118516" y="6276"/>
                  <a:pt x="116076" y="7561"/>
                  <a:pt x="113910" y="9249"/>
                </a:cubicBezTo>
                <a:cubicBezTo>
                  <a:pt x="111744" y="10938"/>
                  <a:pt x="109432" y="13397"/>
                  <a:pt x="106973" y="16627"/>
                </a:cubicBezTo>
                <a:cubicBezTo>
                  <a:pt x="104514" y="19857"/>
                  <a:pt x="101009" y="24959"/>
                  <a:pt x="96457" y="31932"/>
                </a:cubicBezTo>
                <a:lnTo>
                  <a:pt x="71572" y="70471"/>
                </a:lnTo>
                <a:lnTo>
                  <a:pt x="99540" y="116498"/>
                </a:lnTo>
                <a:cubicBezTo>
                  <a:pt x="103504" y="123031"/>
                  <a:pt x="106349" y="127600"/>
                  <a:pt x="108074" y="130206"/>
                </a:cubicBezTo>
                <a:cubicBezTo>
                  <a:pt x="109799" y="132812"/>
                  <a:pt x="111414" y="135015"/>
                  <a:pt x="112919" y="136813"/>
                </a:cubicBezTo>
                <a:cubicBezTo>
                  <a:pt x="114424" y="138612"/>
                  <a:pt x="116039" y="140171"/>
                  <a:pt x="117764" y="141493"/>
                </a:cubicBezTo>
                <a:cubicBezTo>
                  <a:pt x="119489" y="142814"/>
                  <a:pt x="121636" y="143952"/>
                  <a:pt x="124205" y="144906"/>
                </a:cubicBezTo>
                <a:lnTo>
                  <a:pt x="124205" y="150302"/>
                </a:lnTo>
                <a:lnTo>
                  <a:pt x="75867" y="150302"/>
                </a:lnTo>
                <a:lnTo>
                  <a:pt x="75867" y="144906"/>
                </a:lnTo>
                <a:cubicBezTo>
                  <a:pt x="79243" y="144319"/>
                  <a:pt x="81739" y="143383"/>
                  <a:pt x="83354" y="142098"/>
                </a:cubicBezTo>
                <a:cubicBezTo>
                  <a:pt x="84969" y="140814"/>
                  <a:pt x="85777" y="138887"/>
                  <a:pt x="85777" y="136318"/>
                </a:cubicBezTo>
                <a:cubicBezTo>
                  <a:pt x="85777" y="134262"/>
                  <a:pt x="85244" y="131987"/>
                  <a:pt x="84180" y="129491"/>
                </a:cubicBezTo>
                <a:cubicBezTo>
                  <a:pt x="83116" y="126995"/>
                  <a:pt x="81482" y="123912"/>
                  <a:pt x="79280" y="120241"/>
                </a:cubicBezTo>
                <a:lnTo>
                  <a:pt x="59350" y="86988"/>
                </a:lnTo>
                <a:lnTo>
                  <a:pt x="38319" y="121453"/>
                </a:lnTo>
                <a:cubicBezTo>
                  <a:pt x="34795" y="127252"/>
                  <a:pt x="33033" y="132023"/>
                  <a:pt x="33033" y="135767"/>
                </a:cubicBezTo>
                <a:cubicBezTo>
                  <a:pt x="33033" y="138189"/>
                  <a:pt x="33694" y="140171"/>
                  <a:pt x="35015" y="141713"/>
                </a:cubicBezTo>
                <a:cubicBezTo>
                  <a:pt x="36337" y="143255"/>
                  <a:pt x="38539" y="144319"/>
                  <a:pt x="41622" y="144906"/>
                </a:cubicBezTo>
                <a:lnTo>
                  <a:pt x="41622" y="150302"/>
                </a:lnTo>
                <a:lnTo>
                  <a:pt x="0" y="150302"/>
                </a:lnTo>
                <a:lnTo>
                  <a:pt x="0" y="144906"/>
                </a:lnTo>
                <a:cubicBezTo>
                  <a:pt x="2716" y="144099"/>
                  <a:pt x="4955" y="143126"/>
                  <a:pt x="6717" y="141988"/>
                </a:cubicBezTo>
                <a:cubicBezTo>
                  <a:pt x="8479" y="140851"/>
                  <a:pt x="10167" y="139401"/>
                  <a:pt x="11782" y="137639"/>
                </a:cubicBezTo>
                <a:cubicBezTo>
                  <a:pt x="13397" y="135877"/>
                  <a:pt x="15195" y="133638"/>
                  <a:pt x="17177" y="130922"/>
                </a:cubicBezTo>
                <a:cubicBezTo>
                  <a:pt x="19159" y="128206"/>
                  <a:pt x="22316" y="123471"/>
                  <a:pt x="26647" y="116718"/>
                </a:cubicBezTo>
                <a:lnTo>
                  <a:pt x="52633" y="76197"/>
                </a:lnTo>
                <a:lnTo>
                  <a:pt x="21582" y="25105"/>
                </a:lnTo>
                <a:cubicBezTo>
                  <a:pt x="18645" y="20407"/>
                  <a:pt x="16425" y="16994"/>
                  <a:pt x="14920" y="14865"/>
                </a:cubicBezTo>
                <a:cubicBezTo>
                  <a:pt x="13415" y="12736"/>
                  <a:pt x="12020" y="11011"/>
                  <a:pt x="10736" y="9690"/>
                </a:cubicBezTo>
                <a:cubicBezTo>
                  <a:pt x="9451" y="8368"/>
                  <a:pt x="8295" y="7433"/>
                  <a:pt x="7267" y="6882"/>
                </a:cubicBezTo>
                <a:cubicBezTo>
                  <a:pt x="6240" y="6331"/>
                  <a:pt x="5065" y="5836"/>
                  <a:pt x="3744" y="5395"/>
                </a:cubicBezTo>
                <a:lnTo>
                  <a:pt x="3744" y="0"/>
                </a:lnTo>
                <a:lnTo>
                  <a:pt x="5065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(𝑑)">
            <a:extLst xmlns:a="http://schemas.openxmlformats.org/drawingml/2006/main">
              <a:ext uri="{FF2B5EF4-FFF2-40B4-BE49-F238E27FC236}">
                <a16:creationId xmlns:a16="http://schemas.microsoft.com/office/drawing/2014/main" id="{7F06BA07-71BF-4FB9-B9B6-FB7A7BF2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636" y="983728"/>
            <a:ext cx="218448" cy="152459"/>
          </a:xfrm>
          <a:custGeom xmlns:a="http://schemas.openxmlformats.org/drawingml/2006/main">
            <a:pathLst>
              <a:path w="218448" h="152459">
                <a:moveTo>
                  <a:pt x="13904" y="75466"/>
                </a:moveTo>
                <a:cubicBezTo>
                  <a:pt x="13904" y="94219"/>
                  <a:pt x="16918" y="109676"/>
                  <a:pt x="22945" y="121839"/>
                </a:cubicBezTo>
                <a:cubicBezTo>
                  <a:pt x="28973" y="134001"/>
                  <a:pt x="38175" y="142145"/>
                  <a:pt x="50552" y="146271"/>
                </a:cubicBezTo>
                <a:lnTo>
                  <a:pt x="48623" y="152459"/>
                </a:lnTo>
                <a:cubicBezTo>
                  <a:pt x="32924" y="148333"/>
                  <a:pt x="20896" y="139453"/>
                  <a:pt x="12537" y="125817"/>
                </a:cubicBezTo>
                <a:cubicBezTo>
                  <a:pt x="4179" y="112181"/>
                  <a:pt x="0" y="95665"/>
                  <a:pt x="0" y="76270"/>
                </a:cubicBezTo>
                <a:cubicBezTo>
                  <a:pt x="0" y="56928"/>
                  <a:pt x="4193" y="40412"/>
                  <a:pt x="12578" y="26723"/>
                </a:cubicBezTo>
                <a:cubicBezTo>
                  <a:pt x="20963" y="13033"/>
                  <a:pt x="32978" y="4126"/>
                  <a:pt x="48623" y="0"/>
                </a:cubicBezTo>
                <a:lnTo>
                  <a:pt x="50793" y="6188"/>
                </a:lnTo>
                <a:cubicBezTo>
                  <a:pt x="38255" y="10314"/>
                  <a:pt x="28973" y="18364"/>
                  <a:pt x="22945" y="30339"/>
                </a:cubicBezTo>
                <a:cubicBezTo>
                  <a:pt x="16918" y="42314"/>
                  <a:pt x="13904" y="57356"/>
                  <a:pt x="13904" y="75466"/>
                </a:cubicBezTo>
                <a:close/>
                <a:moveTo>
                  <a:pt x="131914" y="88405"/>
                </a:moveTo>
                <a:cubicBezTo>
                  <a:pt x="131164" y="91566"/>
                  <a:pt x="130668" y="94085"/>
                  <a:pt x="130427" y="95960"/>
                </a:cubicBezTo>
                <a:cubicBezTo>
                  <a:pt x="130186" y="97835"/>
                  <a:pt x="130066" y="99523"/>
                  <a:pt x="130066" y="101023"/>
                </a:cubicBezTo>
                <a:cubicBezTo>
                  <a:pt x="130066" y="103059"/>
                  <a:pt x="130481" y="104533"/>
                  <a:pt x="131311" y="105443"/>
                </a:cubicBezTo>
                <a:cubicBezTo>
                  <a:pt x="132142" y="106354"/>
                  <a:pt x="133334" y="106810"/>
                  <a:pt x="134888" y="106810"/>
                </a:cubicBezTo>
                <a:cubicBezTo>
                  <a:pt x="135852" y="106810"/>
                  <a:pt x="136803" y="106622"/>
                  <a:pt x="137741" y="106247"/>
                </a:cubicBezTo>
                <a:cubicBezTo>
                  <a:pt x="138678" y="105872"/>
                  <a:pt x="139696" y="105283"/>
                  <a:pt x="140795" y="104479"/>
                </a:cubicBezTo>
                <a:cubicBezTo>
                  <a:pt x="141893" y="103675"/>
                  <a:pt x="143099" y="102644"/>
                  <a:pt x="144411" y="101385"/>
                </a:cubicBezTo>
                <a:cubicBezTo>
                  <a:pt x="145724" y="100126"/>
                  <a:pt x="147211" y="98612"/>
                  <a:pt x="148872" y="96844"/>
                </a:cubicBezTo>
                <a:cubicBezTo>
                  <a:pt x="149729" y="97755"/>
                  <a:pt x="150613" y="98652"/>
                  <a:pt x="151524" y="99536"/>
                </a:cubicBezTo>
                <a:cubicBezTo>
                  <a:pt x="152435" y="100420"/>
                  <a:pt x="153319" y="101291"/>
                  <a:pt x="154176" y="102148"/>
                </a:cubicBezTo>
                <a:cubicBezTo>
                  <a:pt x="151497" y="104881"/>
                  <a:pt x="149059" y="107225"/>
                  <a:pt x="146863" y="109181"/>
                </a:cubicBezTo>
                <a:cubicBezTo>
                  <a:pt x="144666" y="111136"/>
                  <a:pt x="142536" y="112744"/>
                  <a:pt x="140473" y="114003"/>
                </a:cubicBezTo>
                <a:cubicBezTo>
                  <a:pt x="138411" y="115262"/>
                  <a:pt x="136388" y="116173"/>
                  <a:pt x="134405" y="116735"/>
                </a:cubicBezTo>
                <a:cubicBezTo>
                  <a:pt x="132423" y="117298"/>
                  <a:pt x="130360" y="117579"/>
                  <a:pt x="128217" y="117579"/>
                </a:cubicBezTo>
                <a:cubicBezTo>
                  <a:pt x="124359" y="117579"/>
                  <a:pt x="121359" y="116333"/>
                  <a:pt x="119216" y="113842"/>
                </a:cubicBezTo>
                <a:cubicBezTo>
                  <a:pt x="117073" y="111351"/>
                  <a:pt x="116001" y="107935"/>
                  <a:pt x="116001" y="103595"/>
                </a:cubicBezTo>
                <a:cubicBezTo>
                  <a:pt x="116001" y="101184"/>
                  <a:pt x="116376" y="98880"/>
                  <a:pt x="117126" y="96683"/>
                </a:cubicBezTo>
                <a:lnTo>
                  <a:pt x="116001" y="96201"/>
                </a:lnTo>
                <a:cubicBezTo>
                  <a:pt x="113269" y="100005"/>
                  <a:pt x="110616" y="103247"/>
                  <a:pt x="108045" y="105926"/>
                </a:cubicBezTo>
                <a:cubicBezTo>
                  <a:pt x="105473" y="108605"/>
                  <a:pt x="102928" y="110815"/>
                  <a:pt x="100410" y="112556"/>
                </a:cubicBezTo>
                <a:cubicBezTo>
                  <a:pt x="97891" y="114297"/>
                  <a:pt x="95346" y="115570"/>
                  <a:pt x="92775" y="116374"/>
                </a:cubicBezTo>
                <a:cubicBezTo>
                  <a:pt x="90203" y="117177"/>
                  <a:pt x="87524" y="117579"/>
                  <a:pt x="84738" y="117579"/>
                </a:cubicBezTo>
                <a:cubicBezTo>
                  <a:pt x="78362" y="117579"/>
                  <a:pt x="73433" y="115289"/>
                  <a:pt x="69950" y="110708"/>
                </a:cubicBezTo>
                <a:cubicBezTo>
                  <a:pt x="66467" y="106127"/>
                  <a:pt x="64726" y="99469"/>
                  <a:pt x="64726" y="90736"/>
                </a:cubicBezTo>
                <a:cubicBezTo>
                  <a:pt x="64726" y="85539"/>
                  <a:pt x="65275" y="80543"/>
                  <a:pt x="66374" y="75747"/>
                </a:cubicBezTo>
                <a:cubicBezTo>
                  <a:pt x="67472" y="70952"/>
                  <a:pt x="69026" y="66451"/>
                  <a:pt x="71035" y="62245"/>
                </a:cubicBezTo>
                <a:cubicBezTo>
                  <a:pt x="73044" y="58039"/>
                  <a:pt x="75442" y="54209"/>
                  <a:pt x="78228" y="50753"/>
                </a:cubicBezTo>
                <a:cubicBezTo>
                  <a:pt x="81014" y="47297"/>
                  <a:pt x="84068" y="44337"/>
                  <a:pt x="87390" y="41872"/>
                </a:cubicBezTo>
                <a:cubicBezTo>
                  <a:pt x="90712" y="39407"/>
                  <a:pt x="94248" y="37492"/>
                  <a:pt x="97999" y="36126"/>
                </a:cubicBezTo>
                <a:cubicBezTo>
                  <a:pt x="101749" y="34759"/>
                  <a:pt x="105634" y="34076"/>
                  <a:pt x="109652" y="34076"/>
                </a:cubicBezTo>
                <a:cubicBezTo>
                  <a:pt x="113188" y="34076"/>
                  <a:pt x="116430" y="34424"/>
                  <a:pt x="119377" y="35121"/>
                </a:cubicBezTo>
                <a:cubicBezTo>
                  <a:pt x="122323" y="35818"/>
                  <a:pt x="125136" y="37211"/>
                  <a:pt x="127815" y="39300"/>
                </a:cubicBezTo>
                <a:cubicBezTo>
                  <a:pt x="128726" y="35925"/>
                  <a:pt x="129449" y="33045"/>
                  <a:pt x="129985" y="30661"/>
                </a:cubicBezTo>
                <a:cubicBezTo>
                  <a:pt x="130521" y="28276"/>
                  <a:pt x="130963" y="26080"/>
                  <a:pt x="131311" y="24070"/>
                </a:cubicBezTo>
                <a:cubicBezTo>
                  <a:pt x="131660" y="22061"/>
                  <a:pt x="131834" y="20387"/>
                  <a:pt x="131834" y="19047"/>
                </a:cubicBezTo>
                <a:cubicBezTo>
                  <a:pt x="131834" y="17922"/>
                  <a:pt x="131686" y="16985"/>
                  <a:pt x="131392" y="16234"/>
                </a:cubicBezTo>
                <a:cubicBezTo>
                  <a:pt x="131097" y="15484"/>
                  <a:pt x="130575" y="14868"/>
                  <a:pt x="129824" y="14386"/>
                </a:cubicBezTo>
                <a:cubicBezTo>
                  <a:pt x="129074" y="13904"/>
                  <a:pt x="128016" y="13555"/>
                  <a:pt x="126650" y="13341"/>
                </a:cubicBezTo>
                <a:cubicBezTo>
                  <a:pt x="125284" y="13127"/>
                  <a:pt x="123556" y="12966"/>
                  <a:pt x="121466" y="12859"/>
                </a:cubicBezTo>
                <a:lnTo>
                  <a:pt x="122511" y="7394"/>
                </a:lnTo>
                <a:lnTo>
                  <a:pt x="146461" y="6429"/>
                </a:lnTo>
                <a:lnTo>
                  <a:pt x="150560" y="6429"/>
                </a:lnTo>
                <a:lnTo>
                  <a:pt x="131914" y="88405"/>
                </a:lnTo>
                <a:moveTo>
                  <a:pt x="121064" y="70644"/>
                </a:moveTo>
                <a:cubicBezTo>
                  <a:pt x="121654" y="67751"/>
                  <a:pt x="122189" y="64857"/>
                  <a:pt x="122672" y="61964"/>
                </a:cubicBezTo>
                <a:cubicBezTo>
                  <a:pt x="123154" y="59071"/>
                  <a:pt x="123395" y="56419"/>
                  <a:pt x="123395" y="54008"/>
                </a:cubicBezTo>
                <a:cubicBezTo>
                  <a:pt x="123395" y="49668"/>
                  <a:pt x="122417" y="46587"/>
                  <a:pt x="120462" y="44765"/>
                </a:cubicBezTo>
                <a:cubicBezTo>
                  <a:pt x="118506" y="42944"/>
                  <a:pt x="115385" y="42033"/>
                  <a:pt x="111099" y="42033"/>
                </a:cubicBezTo>
                <a:cubicBezTo>
                  <a:pt x="107937" y="42033"/>
                  <a:pt x="105004" y="42716"/>
                  <a:pt x="102298" y="44082"/>
                </a:cubicBezTo>
                <a:cubicBezTo>
                  <a:pt x="99593" y="45448"/>
                  <a:pt x="97115" y="47324"/>
                  <a:pt x="94864" y="49708"/>
                </a:cubicBezTo>
                <a:cubicBezTo>
                  <a:pt x="92614" y="52092"/>
                  <a:pt x="90605" y="54851"/>
                  <a:pt x="88837" y="57986"/>
                </a:cubicBezTo>
                <a:cubicBezTo>
                  <a:pt x="87068" y="61120"/>
                  <a:pt x="85582" y="64469"/>
                  <a:pt x="84376" y="68032"/>
                </a:cubicBezTo>
                <a:cubicBezTo>
                  <a:pt x="83171" y="71595"/>
                  <a:pt x="82260" y="75238"/>
                  <a:pt x="81644" y="78962"/>
                </a:cubicBezTo>
                <a:cubicBezTo>
                  <a:pt x="81027" y="82686"/>
                  <a:pt x="80719" y="86316"/>
                  <a:pt x="80719" y="89852"/>
                </a:cubicBezTo>
                <a:cubicBezTo>
                  <a:pt x="80719" y="95638"/>
                  <a:pt x="81536" y="99938"/>
                  <a:pt x="83171" y="102751"/>
                </a:cubicBezTo>
                <a:cubicBezTo>
                  <a:pt x="84805" y="105564"/>
                  <a:pt x="87444" y="106970"/>
                  <a:pt x="91087" y="106970"/>
                </a:cubicBezTo>
                <a:cubicBezTo>
                  <a:pt x="93552" y="106970"/>
                  <a:pt x="96284" y="106140"/>
                  <a:pt x="99284" y="104479"/>
                </a:cubicBezTo>
                <a:cubicBezTo>
                  <a:pt x="102285" y="102818"/>
                  <a:pt x="105192" y="100420"/>
                  <a:pt x="108004" y="97286"/>
                </a:cubicBezTo>
                <a:cubicBezTo>
                  <a:pt x="110817" y="94152"/>
                  <a:pt x="113403" y="90334"/>
                  <a:pt x="115760" y="85834"/>
                </a:cubicBezTo>
                <a:cubicBezTo>
                  <a:pt x="118117" y="81333"/>
                  <a:pt x="119886" y="76270"/>
                  <a:pt x="121064" y="70644"/>
                </a:cubicBezTo>
                <a:close/>
                <a:moveTo>
                  <a:pt x="204544" y="75466"/>
                </a:moveTo>
                <a:cubicBezTo>
                  <a:pt x="204544" y="57356"/>
                  <a:pt x="201544" y="42314"/>
                  <a:pt x="195543" y="30339"/>
                </a:cubicBezTo>
                <a:cubicBezTo>
                  <a:pt x="189542" y="18364"/>
                  <a:pt x="180246" y="10314"/>
                  <a:pt x="167655" y="6188"/>
                </a:cubicBezTo>
                <a:lnTo>
                  <a:pt x="169825" y="0"/>
                </a:lnTo>
                <a:cubicBezTo>
                  <a:pt x="185470" y="4126"/>
                  <a:pt x="197485" y="13033"/>
                  <a:pt x="205870" y="26723"/>
                </a:cubicBezTo>
                <a:cubicBezTo>
                  <a:pt x="214255" y="40412"/>
                  <a:pt x="218448" y="56928"/>
                  <a:pt x="218448" y="76270"/>
                </a:cubicBezTo>
                <a:cubicBezTo>
                  <a:pt x="218448" y="95665"/>
                  <a:pt x="214269" y="112181"/>
                  <a:pt x="205910" y="125817"/>
                </a:cubicBezTo>
                <a:cubicBezTo>
                  <a:pt x="197552" y="139453"/>
                  <a:pt x="185524" y="148333"/>
                  <a:pt x="169825" y="152459"/>
                </a:cubicBezTo>
                <a:lnTo>
                  <a:pt x="167896" y="146271"/>
                </a:lnTo>
                <a:cubicBezTo>
                  <a:pt x="180273" y="142145"/>
                  <a:pt x="189475" y="134001"/>
                  <a:pt x="195503" y="121839"/>
                </a:cubicBezTo>
                <a:cubicBezTo>
                  <a:pt x="201530" y="109676"/>
                  <a:pt x="204544" y="94219"/>
                  <a:pt x="204544" y="754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,𝑡)">
            <a:extLst xmlns:a="http://schemas.openxmlformats.org/drawingml/2006/main">
              <a:ext uri="{FF2B5EF4-FFF2-40B4-BE49-F238E27FC236}">
                <a16:creationId xmlns:a16="http://schemas.microsoft.com/office/drawing/2014/main" id="{9151C5AE-41F9-4397-8A43-61198F65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640" y="1023695"/>
            <a:ext cx="249982" cy="208881"/>
          </a:xfrm>
          <a:custGeom xmlns:a="http://schemas.openxmlformats.org/drawingml/2006/main">
            <a:pathLst>
              <a:path w="249982" h="208881">
                <a:moveTo>
                  <a:pt x="31382" y="133565"/>
                </a:moveTo>
                <a:cubicBezTo>
                  <a:pt x="32409" y="138703"/>
                  <a:pt x="32923" y="143768"/>
                  <a:pt x="32923" y="148760"/>
                </a:cubicBezTo>
                <a:cubicBezTo>
                  <a:pt x="32923" y="153899"/>
                  <a:pt x="32042" y="158597"/>
                  <a:pt x="30281" y="162854"/>
                </a:cubicBezTo>
                <a:cubicBezTo>
                  <a:pt x="28519" y="167112"/>
                  <a:pt x="25711" y="171351"/>
                  <a:pt x="21857" y="175572"/>
                </a:cubicBezTo>
                <a:cubicBezTo>
                  <a:pt x="18003" y="179793"/>
                  <a:pt x="12699" y="184436"/>
                  <a:pt x="5946" y="189501"/>
                </a:cubicBezTo>
                <a:lnTo>
                  <a:pt x="0" y="182785"/>
                </a:lnTo>
                <a:cubicBezTo>
                  <a:pt x="3744" y="179261"/>
                  <a:pt x="6460" y="176086"/>
                  <a:pt x="8148" y="173260"/>
                </a:cubicBezTo>
                <a:cubicBezTo>
                  <a:pt x="9837" y="170434"/>
                  <a:pt x="11048" y="167222"/>
                  <a:pt x="11782" y="163625"/>
                </a:cubicBezTo>
                <a:cubicBezTo>
                  <a:pt x="12516" y="160028"/>
                  <a:pt x="12883" y="155514"/>
                  <a:pt x="12883" y="150082"/>
                </a:cubicBezTo>
                <a:cubicBezTo>
                  <a:pt x="12883" y="144503"/>
                  <a:pt x="12626" y="138997"/>
                  <a:pt x="12112" y="133565"/>
                </a:cubicBezTo>
                <a:lnTo>
                  <a:pt x="31382" y="133565"/>
                </a:lnTo>
                <a:close/>
                <a:moveTo>
                  <a:pt x="158126" y="138300"/>
                </a:moveTo>
                <a:cubicBezTo>
                  <a:pt x="151740" y="146007"/>
                  <a:pt x="145592" y="151696"/>
                  <a:pt x="139683" y="155367"/>
                </a:cubicBezTo>
                <a:cubicBezTo>
                  <a:pt x="133773" y="159037"/>
                  <a:pt x="127589" y="160872"/>
                  <a:pt x="121129" y="160872"/>
                </a:cubicBezTo>
                <a:cubicBezTo>
                  <a:pt x="105787" y="160872"/>
                  <a:pt x="98116" y="153128"/>
                  <a:pt x="98116" y="137639"/>
                </a:cubicBezTo>
                <a:cubicBezTo>
                  <a:pt x="98116" y="132721"/>
                  <a:pt x="98740" y="127545"/>
                  <a:pt x="99988" y="122113"/>
                </a:cubicBezTo>
                <a:lnTo>
                  <a:pt x="112981" y="64966"/>
                </a:lnTo>
                <a:lnTo>
                  <a:pt x="94482" y="64966"/>
                </a:lnTo>
                <a:lnTo>
                  <a:pt x="96134" y="57368"/>
                </a:lnTo>
                <a:cubicBezTo>
                  <a:pt x="100465" y="57295"/>
                  <a:pt x="103750" y="56964"/>
                  <a:pt x="105989" y="56377"/>
                </a:cubicBezTo>
                <a:cubicBezTo>
                  <a:pt x="108228" y="55790"/>
                  <a:pt x="110099" y="54982"/>
                  <a:pt x="111604" y="53954"/>
                </a:cubicBezTo>
                <a:cubicBezTo>
                  <a:pt x="113109" y="52927"/>
                  <a:pt x="114486" y="51459"/>
                  <a:pt x="115733" y="49550"/>
                </a:cubicBezTo>
                <a:cubicBezTo>
                  <a:pt x="116981" y="47641"/>
                  <a:pt x="118193" y="45201"/>
                  <a:pt x="119367" y="42228"/>
                </a:cubicBezTo>
                <a:cubicBezTo>
                  <a:pt x="120542" y="39255"/>
                  <a:pt x="122303" y="34061"/>
                  <a:pt x="124652" y="26647"/>
                </a:cubicBezTo>
                <a:lnTo>
                  <a:pt x="139848" y="26647"/>
                </a:lnTo>
                <a:lnTo>
                  <a:pt x="133792" y="53844"/>
                </a:lnTo>
                <a:lnTo>
                  <a:pt x="167265" y="53844"/>
                </a:lnTo>
                <a:lnTo>
                  <a:pt x="164843" y="64966"/>
                </a:lnTo>
                <a:lnTo>
                  <a:pt x="131369" y="64966"/>
                </a:lnTo>
                <a:lnTo>
                  <a:pt x="121569" y="107689"/>
                </a:lnTo>
                <a:cubicBezTo>
                  <a:pt x="119661" y="115984"/>
                  <a:pt x="118450" y="121948"/>
                  <a:pt x="117936" y="125582"/>
                </a:cubicBezTo>
                <a:cubicBezTo>
                  <a:pt x="117422" y="129215"/>
                  <a:pt x="117165" y="132133"/>
                  <a:pt x="117165" y="134336"/>
                </a:cubicBezTo>
                <a:cubicBezTo>
                  <a:pt x="117165" y="143438"/>
                  <a:pt x="120945" y="147989"/>
                  <a:pt x="128506" y="147989"/>
                </a:cubicBezTo>
                <a:cubicBezTo>
                  <a:pt x="131736" y="147989"/>
                  <a:pt x="135168" y="146760"/>
                  <a:pt x="138802" y="144301"/>
                </a:cubicBezTo>
                <a:cubicBezTo>
                  <a:pt x="142435" y="141842"/>
                  <a:pt x="146748" y="137639"/>
                  <a:pt x="151740" y="131693"/>
                </a:cubicBezTo>
                <a:lnTo>
                  <a:pt x="158126" y="138300"/>
                </a:lnTo>
                <a:close/>
                <a:moveTo>
                  <a:pt x="230933" y="103394"/>
                </a:moveTo>
                <a:cubicBezTo>
                  <a:pt x="230933" y="78583"/>
                  <a:pt x="226822" y="57974"/>
                  <a:pt x="218601" y="41567"/>
                </a:cubicBezTo>
                <a:cubicBezTo>
                  <a:pt x="210379" y="25160"/>
                  <a:pt x="197643" y="14131"/>
                  <a:pt x="180392" y="8479"/>
                </a:cubicBezTo>
                <a:lnTo>
                  <a:pt x="183365" y="0"/>
                </a:lnTo>
                <a:cubicBezTo>
                  <a:pt x="204800" y="5652"/>
                  <a:pt x="221262" y="17856"/>
                  <a:pt x="232750" y="36612"/>
                </a:cubicBezTo>
                <a:cubicBezTo>
                  <a:pt x="244238" y="55368"/>
                  <a:pt x="249982" y="77995"/>
                  <a:pt x="249982" y="104495"/>
                </a:cubicBezTo>
                <a:cubicBezTo>
                  <a:pt x="249982" y="131069"/>
                  <a:pt x="244257" y="153697"/>
                  <a:pt x="232805" y="172379"/>
                </a:cubicBezTo>
                <a:cubicBezTo>
                  <a:pt x="221354" y="191061"/>
                  <a:pt x="204874" y="203228"/>
                  <a:pt x="183365" y="208881"/>
                </a:cubicBezTo>
                <a:lnTo>
                  <a:pt x="180723" y="200402"/>
                </a:lnTo>
                <a:cubicBezTo>
                  <a:pt x="197680" y="194750"/>
                  <a:pt x="210287" y="183592"/>
                  <a:pt x="218546" y="166929"/>
                </a:cubicBezTo>
                <a:cubicBezTo>
                  <a:pt x="226804" y="150265"/>
                  <a:pt x="230933" y="129087"/>
                  <a:pt x="230933" y="1033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𝐿">
            <a:extLst xmlns:a="http://schemas.openxmlformats.org/drawingml/2006/main">
              <a:ext uri="{FF2B5EF4-FFF2-40B4-BE49-F238E27FC236}">
                <a16:creationId xmlns:a16="http://schemas.microsoft.com/office/drawing/2014/main" id="{8C5C64A3-E851-4A43-8E75-553888AA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193" y="2564401"/>
            <a:ext cx="104275" cy="150302"/>
          </a:xfrm>
          <a:custGeom xmlns:a="http://schemas.openxmlformats.org/drawingml/2006/main">
            <a:pathLst>
              <a:path w="104275" h="150302">
                <a:moveTo>
                  <a:pt x="1211" y="144906"/>
                </a:moveTo>
                <a:cubicBezTo>
                  <a:pt x="4001" y="144466"/>
                  <a:pt x="6093" y="143750"/>
                  <a:pt x="7488" y="142759"/>
                </a:cubicBezTo>
                <a:cubicBezTo>
                  <a:pt x="8882" y="141768"/>
                  <a:pt x="10057" y="140392"/>
                  <a:pt x="11011" y="138630"/>
                </a:cubicBezTo>
                <a:cubicBezTo>
                  <a:pt x="11965" y="136868"/>
                  <a:pt x="12846" y="134721"/>
                  <a:pt x="13654" y="132188"/>
                </a:cubicBezTo>
                <a:cubicBezTo>
                  <a:pt x="14461" y="129656"/>
                  <a:pt x="15672" y="124756"/>
                  <a:pt x="17287" y="117489"/>
                </a:cubicBezTo>
                <a:lnTo>
                  <a:pt x="36006" y="32703"/>
                </a:lnTo>
                <a:cubicBezTo>
                  <a:pt x="37621" y="25362"/>
                  <a:pt x="38429" y="19453"/>
                  <a:pt x="38429" y="14975"/>
                </a:cubicBezTo>
                <a:cubicBezTo>
                  <a:pt x="38429" y="11525"/>
                  <a:pt x="37566" y="9121"/>
                  <a:pt x="35841" y="7763"/>
                </a:cubicBezTo>
                <a:cubicBezTo>
                  <a:pt x="34116" y="6405"/>
                  <a:pt x="31382" y="5616"/>
                  <a:pt x="27638" y="5395"/>
                </a:cubicBezTo>
                <a:lnTo>
                  <a:pt x="28849" y="0"/>
                </a:lnTo>
                <a:lnTo>
                  <a:pt x="72894" y="0"/>
                </a:lnTo>
                <a:lnTo>
                  <a:pt x="71682" y="5395"/>
                </a:lnTo>
                <a:cubicBezTo>
                  <a:pt x="68893" y="5983"/>
                  <a:pt x="66893" y="6643"/>
                  <a:pt x="65681" y="7377"/>
                </a:cubicBezTo>
                <a:cubicBezTo>
                  <a:pt x="64470" y="8112"/>
                  <a:pt x="63387" y="9213"/>
                  <a:pt x="62433" y="10681"/>
                </a:cubicBezTo>
                <a:cubicBezTo>
                  <a:pt x="61479" y="12149"/>
                  <a:pt x="60488" y="14443"/>
                  <a:pt x="59460" y="17563"/>
                </a:cubicBezTo>
                <a:cubicBezTo>
                  <a:pt x="58432" y="20683"/>
                  <a:pt x="57148" y="25766"/>
                  <a:pt x="55606" y="32813"/>
                </a:cubicBezTo>
                <a:lnTo>
                  <a:pt x="32042" y="140171"/>
                </a:lnTo>
                <a:lnTo>
                  <a:pt x="59130" y="140171"/>
                </a:lnTo>
                <a:cubicBezTo>
                  <a:pt x="64048" y="140171"/>
                  <a:pt x="67920" y="139694"/>
                  <a:pt x="70746" y="138740"/>
                </a:cubicBezTo>
                <a:cubicBezTo>
                  <a:pt x="73573" y="137786"/>
                  <a:pt x="76252" y="136042"/>
                  <a:pt x="78785" y="133510"/>
                </a:cubicBezTo>
                <a:cubicBezTo>
                  <a:pt x="81317" y="130977"/>
                  <a:pt x="83795" y="127545"/>
                  <a:pt x="86217" y="123214"/>
                </a:cubicBezTo>
                <a:cubicBezTo>
                  <a:pt x="88639" y="118883"/>
                  <a:pt x="91099" y="113488"/>
                  <a:pt x="93594" y="107028"/>
                </a:cubicBezTo>
                <a:lnTo>
                  <a:pt x="104275" y="107028"/>
                </a:lnTo>
                <a:lnTo>
                  <a:pt x="93154" y="150302"/>
                </a:lnTo>
                <a:lnTo>
                  <a:pt x="0" y="150302"/>
                </a:lnTo>
                <a:lnTo>
                  <a:pt x="1211" y="1449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′">
            <a:extLst xmlns:a="http://schemas.openxmlformats.org/drawingml/2006/main">
              <a:ext uri="{FF2B5EF4-FFF2-40B4-BE49-F238E27FC236}">
                <a16:creationId xmlns:a16="http://schemas.microsoft.com/office/drawing/2014/main" id="{36BAB9B7-6661-4BE8-9CE4-BDE65410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784" y="2546567"/>
            <a:ext cx="36166" cy="70644"/>
          </a:xfrm>
          <a:custGeom xmlns:a="http://schemas.openxmlformats.org/drawingml/2006/main">
            <a:pathLst>
              <a:path w="36166" h="70644">
                <a:moveTo>
                  <a:pt x="36166" y="0"/>
                </a:moveTo>
                <a:lnTo>
                  <a:pt x="36166" y="6269"/>
                </a:lnTo>
                <a:lnTo>
                  <a:pt x="9403" y="70644"/>
                </a:lnTo>
                <a:lnTo>
                  <a:pt x="0" y="67831"/>
                </a:lnTo>
                <a:lnTo>
                  <a:pt x="15431" y="0"/>
                </a:lnTo>
                <a:lnTo>
                  <a:pt x="3616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=𝐸">
            <a:extLst xmlns:a="http://schemas.openxmlformats.org/drawingml/2006/main">
              <a:ext uri="{FF2B5EF4-FFF2-40B4-BE49-F238E27FC236}">
                <a16:creationId xmlns:a16="http://schemas.microsoft.com/office/drawing/2014/main" id="{263E2778-419F-4E6D-8910-75E15E94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114" y="2564401"/>
            <a:ext cx="352009" cy="150302"/>
          </a:xfrm>
          <a:custGeom xmlns:a="http://schemas.openxmlformats.org/drawingml/2006/main">
            <a:pathLst>
              <a:path w="352009" h="150302">
                <a:moveTo>
                  <a:pt x="0" y="70361"/>
                </a:moveTo>
                <a:lnTo>
                  <a:pt x="0" y="55716"/>
                </a:lnTo>
                <a:lnTo>
                  <a:pt x="135657" y="55716"/>
                </a:lnTo>
                <a:lnTo>
                  <a:pt x="135657" y="70361"/>
                </a:lnTo>
                <a:lnTo>
                  <a:pt x="0" y="70361"/>
                </a:lnTo>
                <a:moveTo>
                  <a:pt x="0" y="116057"/>
                </a:moveTo>
                <a:lnTo>
                  <a:pt x="0" y="101412"/>
                </a:lnTo>
                <a:lnTo>
                  <a:pt x="135657" y="101412"/>
                </a:lnTo>
                <a:lnTo>
                  <a:pt x="135657" y="116057"/>
                </a:lnTo>
                <a:lnTo>
                  <a:pt x="0" y="116057"/>
                </a:lnTo>
                <a:moveTo>
                  <a:pt x="140282" y="85887"/>
                </a:moveTo>
                <a:lnTo>
                  <a:pt x="140282" y="85887"/>
                </a:lnTo>
                <a:close/>
                <a:moveTo>
                  <a:pt x="352009" y="0"/>
                </a:moveTo>
                <a:lnTo>
                  <a:pt x="344411" y="33804"/>
                </a:lnTo>
                <a:lnTo>
                  <a:pt x="333841" y="33804"/>
                </a:lnTo>
                <a:cubicBezTo>
                  <a:pt x="333547" y="27418"/>
                  <a:pt x="332996" y="22609"/>
                  <a:pt x="332189" y="19380"/>
                </a:cubicBezTo>
                <a:cubicBezTo>
                  <a:pt x="331382" y="16150"/>
                  <a:pt x="330409" y="13929"/>
                  <a:pt x="329271" y="12718"/>
                </a:cubicBezTo>
                <a:cubicBezTo>
                  <a:pt x="328133" y="11507"/>
                  <a:pt x="326775" y="10699"/>
                  <a:pt x="325197" y="10295"/>
                </a:cubicBezTo>
                <a:cubicBezTo>
                  <a:pt x="323619" y="9892"/>
                  <a:pt x="321361" y="9690"/>
                  <a:pt x="318425" y="9690"/>
                </a:cubicBezTo>
                <a:lnTo>
                  <a:pt x="282529" y="9690"/>
                </a:lnTo>
                <a:lnTo>
                  <a:pt x="269976" y="67388"/>
                </a:lnTo>
                <a:lnTo>
                  <a:pt x="291007" y="67388"/>
                </a:lnTo>
                <a:cubicBezTo>
                  <a:pt x="296219" y="67388"/>
                  <a:pt x="300202" y="66158"/>
                  <a:pt x="302954" y="63699"/>
                </a:cubicBezTo>
                <a:cubicBezTo>
                  <a:pt x="305707" y="61240"/>
                  <a:pt x="308478" y="57184"/>
                  <a:pt x="311268" y="51532"/>
                </a:cubicBezTo>
                <a:lnTo>
                  <a:pt x="321288" y="51532"/>
                </a:lnTo>
                <a:lnTo>
                  <a:pt x="311378" y="93815"/>
                </a:lnTo>
                <a:lnTo>
                  <a:pt x="302019" y="93815"/>
                </a:lnTo>
                <a:cubicBezTo>
                  <a:pt x="302019" y="87942"/>
                  <a:pt x="301652" y="83960"/>
                  <a:pt x="300917" y="81868"/>
                </a:cubicBezTo>
                <a:cubicBezTo>
                  <a:pt x="300183" y="79776"/>
                  <a:pt x="299101" y="78454"/>
                  <a:pt x="297669" y="77904"/>
                </a:cubicBezTo>
                <a:cubicBezTo>
                  <a:pt x="296238" y="77353"/>
                  <a:pt x="293650" y="77078"/>
                  <a:pt x="289906" y="77078"/>
                </a:cubicBezTo>
                <a:lnTo>
                  <a:pt x="267884" y="77078"/>
                </a:lnTo>
                <a:lnTo>
                  <a:pt x="253790" y="140612"/>
                </a:lnTo>
                <a:lnTo>
                  <a:pt x="286383" y="140612"/>
                </a:lnTo>
                <a:cubicBezTo>
                  <a:pt x="290714" y="140612"/>
                  <a:pt x="294146" y="140171"/>
                  <a:pt x="296678" y="139291"/>
                </a:cubicBezTo>
                <a:cubicBezTo>
                  <a:pt x="299211" y="138410"/>
                  <a:pt x="301596" y="136978"/>
                  <a:pt x="303835" y="134996"/>
                </a:cubicBezTo>
                <a:cubicBezTo>
                  <a:pt x="306074" y="133014"/>
                  <a:pt x="308313" y="130243"/>
                  <a:pt x="310552" y="126683"/>
                </a:cubicBezTo>
                <a:cubicBezTo>
                  <a:pt x="312791" y="123123"/>
                  <a:pt x="315452" y="118296"/>
                  <a:pt x="318535" y="112203"/>
                </a:cubicBezTo>
                <a:lnTo>
                  <a:pt x="329216" y="112203"/>
                </a:lnTo>
                <a:lnTo>
                  <a:pt x="319526" y="150302"/>
                </a:lnTo>
                <a:lnTo>
                  <a:pt x="221858" y="150302"/>
                </a:lnTo>
                <a:lnTo>
                  <a:pt x="223069" y="144906"/>
                </a:lnTo>
                <a:cubicBezTo>
                  <a:pt x="225858" y="144466"/>
                  <a:pt x="227950" y="143750"/>
                  <a:pt x="229345" y="142759"/>
                </a:cubicBezTo>
                <a:cubicBezTo>
                  <a:pt x="230740" y="141768"/>
                  <a:pt x="231914" y="140392"/>
                  <a:pt x="232869" y="138630"/>
                </a:cubicBezTo>
                <a:cubicBezTo>
                  <a:pt x="233823" y="136868"/>
                  <a:pt x="234704" y="134721"/>
                  <a:pt x="235511" y="132188"/>
                </a:cubicBezTo>
                <a:cubicBezTo>
                  <a:pt x="236319" y="129656"/>
                  <a:pt x="237530" y="124756"/>
                  <a:pt x="239145" y="117489"/>
                </a:cubicBezTo>
                <a:lnTo>
                  <a:pt x="257864" y="32703"/>
                </a:lnTo>
                <a:cubicBezTo>
                  <a:pt x="259479" y="25362"/>
                  <a:pt x="260286" y="19453"/>
                  <a:pt x="260286" y="14975"/>
                </a:cubicBezTo>
                <a:cubicBezTo>
                  <a:pt x="260286" y="11525"/>
                  <a:pt x="259424" y="9121"/>
                  <a:pt x="257699" y="7763"/>
                </a:cubicBezTo>
                <a:cubicBezTo>
                  <a:pt x="255974" y="6405"/>
                  <a:pt x="253239" y="5616"/>
                  <a:pt x="249496" y="5395"/>
                </a:cubicBezTo>
                <a:lnTo>
                  <a:pt x="250707" y="0"/>
                </a:lnTo>
                <a:lnTo>
                  <a:pt x="35200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𝑡,𝑑">
            <a:extLst xmlns:a="http://schemas.openxmlformats.org/drawingml/2006/main">
              <a:ext uri="{FF2B5EF4-FFF2-40B4-BE49-F238E27FC236}">
                <a16:creationId xmlns:a16="http://schemas.microsoft.com/office/drawing/2014/main" id="{867DB00F-7C30-4F08-95B4-0CDF741D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710" y="2651657"/>
            <a:ext cx="197191" cy="131885"/>
          </a:xfrm>
          <a:custGeom xmlns:a="http://schemas.openxmlformats.org/drawingml/2006/main">
            <a:pathLst>
              <a:path w="197191" h="131885">
                <a:moveTo>
                  <a:pt x="50632" y="94192"/>
                </a:moveTo>
                <a:cubicBezTo>
                  <a:pt x="47900" y="97246"/>
                  <a:pt x="45301" y="99844"/>
                  <a:pt x="42836" y="101988"/>
                </a:cubicBezTo>
                <a:cubicBezTo>
                  <a:pt x="40372" y="104131"/>
                  <a:pt x="37961" y="105885"/>
                  <a:pt x="35603" y="107252"/>
                </a:cubicBezTo>
                <a:cubicBezTo>
                  <a:pt x="33246" y="108618"/>
                  <a:pt x="30915" y="109609"/>
                  <a:pt x="28611" y="110225"/>
                </a:cubicBezTo>
                <a:cubicBezTo>
                  <a:pt x="26307" y="110842"/>
                  <a:pt x="23950" y="111150"/>
                  <a:pt x="21539" y="111150"/>
                </a:cubicBezTo>
                <a:cubicBezTo>
                  <a:pt x="15163" y="111150"/>
                  <a:pt x="10408" y="109649"/>
                  <a:pt x="7273" y="106649"/>
                </a:cubicBezTo>
                <a:cubicBezTo>
                  <a:pt x="4139" y="103649"/>
                  <a:pt x="2572" y="99228"/>
                  <a:pt x="2572" y="93388"/>
                </a:cubicBezTo>
                <a:cubicBezTo>
                  <a:pt x="2572" y="91406"/>
                  <a:pt x="2719" y="89222"/>
                  <a:pt x="3014" y="86838"/>
                </a:cubicBezTo>
                <a:cubicBezTo>
                  <a:pt x="3309" y="84454"/>
                  <a:pt x="3724" y="82137"/>
                  <a:pt x="4260" y="79886"/>
                </a:cubicBezTo>
                <a:lnTo>
                  <a:pt x="13823" y="38255"/>
                </a:lnTo>
                <a:lnTo>
                  <a:pt x="0" y="38255"/>
                </a:lnTo>
                <a:lnTo>
                  <a:pt x="1607" y="32067"/>
                </a:lnTo>
                <a:cubicBezTo>
                  <a:pt x="4822" y="32067"/>
                  <a:pt x="7327" y="31759"/>
                  <a:pt x="9122" y="31143"/>
                </a:cubicBezTo>
                <a:cubicBezTo>
                  <a:pt x="10917" y="30527"/>
                  <a:pt x="12430" y="29683"/>
                  <a:pt x="13663" y="28611"/>
                </a:cubicBezTo>
                <a:cubicBezTo>
                  <a:pt x="14466" y="27861"/>
                  <a:pt x="15243" y="26937"/>
                  <a:pt x="15993" y="25838"/>
                </a:cubicBezTo>
                <a:cubicBezTo>
                  <a:pt x="16743" y="24740"/>
                  <a:pt x="17494" y="23414"/>
                  <a:pt x="18244" y="21860"/>
                </a:cubicBezTo>
                <a:cubicBezTo>
                  <a:pt x="18994" y="20306"/>
                  <a:pt x="19757" y="18471"/>
                  <a:pt x="20534" y="16355"/>
                </a:cubicBezTo>
                <a:cubicBezTo>
                  <a:pt x="21311" y="14239"/>
                  <a:pt x="22182" y="11761"/>
                  <a:pt x="23146" y="8921"/>
                </a:cubicBezTo>
                <a:lnTo>
                  <a:pt x="35684" y="8921"/>
                </a:lnTo>
                <a:lnTo>
                  <a:pt x="31103" y="29334"/>
                </a:lnTo>
                <a:lnTo>
                  <a:pt x="58428" y="29334"/>
                </a:lnTo>
                <a:lnTo>
                  <a:pt x="56579" y="38255"/>
                </a:lnTo>
                <a:lnTo>
                  <a:pt x="29334" y="38255"/>
                </a:lnTo>
                <a:lnTo>
                  <a:pt x="21137" y="71930"/>
                </a:lnTo>
                <a:cubicBezTo>
                  <a:pt x="20601" y="74180"/>
                  <a:pt x="20159" y="76203"/>
                  <a:pt x="19811" y="77998"/>
                </a:cubicBezTo>
                <a:cubicBezTo>
                  <a:pt x="19463" y="79793"/>
                  <a:pt x="19181" y="81413"/>
                  <a:pt x="18967" y="82860"/>
                </a:cubicBezTo>
                <a:cubicBezTo>
                  <a:pt x="18753" y="84307"/>
                  <a:pt x="18605" y="85619"/>
                  <a:pt x="18525" y="86798"/>
                </a:cubicBezTo>
                <a:cubicBezTo>
                  <a:pt x="18445" y="87977"/>
                  <a:pt x="18404" y="89075"/>
                  <a:pt x="18404" y="90093"/>
                </a:cubicBezTo>
                <a:cubicBezTo>
                  <a:pt x="18404" y="93308"/>
                  <a:pt x="19074" y="95826"/>
                  <a:pt x="20414" y="97648"/>
                </a:cubicBezTo>
                <a:cubicBezTo>
                  <a:pt x="21753" y="99469"/>
                  <a:pt x="23950" y="100380"/>
                  <a:pt x="27004" y="100380"/>
                </a:cubicBezTo>
                <a:cubicBezTo>
                  <a:pt x="29576" y="100380"/>
                  <a:pt x="32308" y="99429"/>
                  <a:pt x="35201" y="97527"/>
                </a:cubicBezTo>
                <a:cubicBezTo>
                  <a:pt x="38095" y="95625"/>
                  <a:pt x="41390" y="92638"/>
                  <a:pt x="45087" y="88566"/>
                </a:cubicBezTo>
                <a:lnTo>
                  <a:pt x="50632" y="94192"/>
                </a:lnTo>
                <a:close/>
                <a:moveTo>
                  <a:pt x="88591" y="91057"/>
                </a:moveTo>
                <a:cubicBezTo>
                  <a:pt x="89341" y="94808"/>
                  <a:pt x="89716" y="98505"/>
                  <a:pt x="89716" y="102148"/>
                </a:cubicBezTo>
                <a:cubicBezTo>
                  <a:pt x="89716" y="105899"/>
                  <a:pt x="89073" y="109328"/>
                  <a:pt x="87788" y="112436"/>
                </a:cubicBezTo>
                <a:cubicBezTo>
                  <a:pt x="86502" y="115543"/>
                  <a:pt x="84452" y="118637"/>
                  <a:pt x="81639" y="121718"/>
                </a:cubicBezTo>
                <a:cubicBezTo>
                  <a:pt x="78826" y="124799"/>
                  <a:pt x="74955" y="128188"/>
                  <a:pt x="70026" y="131885"/>
                </a:cubicBezTo>
                <a:lnTo>
                  <a:pt x="65686" y="126982"/>
                </a:lnTo>
                <a:cubicBezTo>
                  <a:pt x="68419" y="124410"/>
                  <a:pt x="70401" y="122093"/>
                  <a:pt x="71633" y="120030"/>
                </a:cubicBezTo>
                <a:cubicBezTo>
                  <a:pt x="72866" y="117968"/>
                  <a:pt x="73750" y="115623"/>
                  <a:pt x="74286" y="112998"/>
                </a:cubicBezTo>
                <a:cubicBezTo>
                  <a:pt x="74821" y="110373"/>
                  <a:pt x="75089" y="107078"/>
                  <a:pt x="75089" y="103113"/>
                </a:cubicBezTo>
                <a:cubicBezTo>
                  <a:pt x="75089" y="99041"/>
                  <a:pt x="74902" y="95022"/>
                  <a:pt x="74527" y="91057"/>
                </a:cubicBezTo>
                <a:lnTo>
                  <a:pt x="88591" y="91057"/>
                </a:lnTo>
                <a:close/>
                <a:moveTo>
                  <a:pt x="174929" y="81976"/>
                </a:moveTo>
                <a:cubicBezTo>
                  <a:pt x="174179" y="85137"/>
                  <a:pt x="173684" y="87655"/>
                  <a:pt x="173443" y="89530"/>
                </a:cubicBezTo>
                <a:cubicBezTo>
                  <a:pt x="173201" y="91406"/>
                  <a:pt x="173081" y="93093"/>
                  <a:pt x="173081" y="94594"/>
                </a:cubicBezTo>
                <a:cubicBezTo>
                  <a:pt x="173081" y="96630"/>
                  <a:pt x="173496" y="98103"/>
                  <a:pt x="174327" y="99014"/>
                </a:cubicBezTo>
                <a:cubicBezTo>
                  <a:pt x="175157" y="99925"/>
                  <a:pt x="176349" y="100380"/>
                  <a:pt x="177903" y="100380"/>
                </a:cubicBezTo>
                <a:cubicBezTo>
                  <a:pt x="178867" y="100380"/>
                  <a:pt x="179818" y="100193"/>
                  <a:pt x="180756" y="99818"/>
                </a:cubicBezTo>
                <a:cubicBezTo>
                  <a:pt x="181694" y="99443"/>
                  <a:pt x="182712" y="98853"/>
                  <a:pt x="183810" y="98050"/>
                </a:cubicBezTo>
                <a:cubicBezTo>
                  <a:pt x="184908" y="97246"/>
                  <a:pt x="186114" y="96214"/>
                  <a:pt x="187427" y="94955"/>
                </a:cubicBezTo>
                <a:cubicBezTo>
                  <a:pt x="188739" y="93696"/>
                  <a:pt x="190226" y="92183"/>
                  <a:pt x="191887" y="90415"/>
                </a:cubicBezTo>
                <a:cubicBezTo>
                  <a:pt x="192744" y="91325"/>
                  <a:pt x="193628" y="92223"/>
                  <a:pt x="194539" y="93107"/>
                </a:cubicBezTo>
                <a:cubicBezTo>
                  <a:pt x="195450" y="93991"/>
                  <a:pt x="196334" y="94862"/>
                  <a:pt x="197191" y="95719"/>
                </a:cubicBezTo>
                <a:cubicBezTo>
                  <a:pt x="194512" y="98451"/>
                  <a:pt x="192075" y="100795"/>
                  <a:pt x="189878" y="102751"/>
                </a:cubicBezTo>
                <a:cubicBezTo>
                  <a:pt x="187681" y="104707"/>
                  <a:pt x="185551" y="106314"/>
                  <a:pt x="183489" y="107573"/>
                </a:cubicBezTo>
                <a:cubicBezTo>
                  <a:pt x="181426" y="108832"/>
                  <a:pt x="179403" y="109743"/>
                  <a:pt x="177421" y="110306"/>
                </a:cubicBezTo>
                <a:cubicBezTo>
                  <a:pt x="175438" y="110868"/>
                  <a:pt x="173376" y="111150"/>
                  <a:pt x="171232" y="111150"/>
                </a:cubicBezTo>
                <a:cubicBezTo>
                  <a:pt x="167375" y="111150"/>
                  <a:pt x="164374" y="109904"/>
                  <a:pt x="162231" y="107412"/>
                </a:cubicBezTo>
                <a:cubicBezTo>
                  <a:pt x="160088" y="104921"/>
                  <a:pt x="159016" y="101505"/>
                  <a:pt x="159016" y="97165"/>
                </a:cubicBezTo>
                <a:cubicBezTo>
                  <a:pt x="159016" y="94754"/>
                  <a:pt x="159391" y="92451"/>
                  <a:pt x="160142" y="90254"/>
                </a:cubicBezTo>
                <a:lnTo>
                  <a:pt x="159016" y="89772"/>
                </a:lnTo>
                <a:cubicBezTo>
                  <a:pt x="156284" y="93576"/>
                  <a:pt x="153632" y="96817"/>
                  <a:pt x="151060" y="99496"/>
                </a:cubicBezTo>
                <a:cubicBezTo>
                  <a:pt x="148488" y="102175"/>
                  <a:pt x="145943" y="104385"/>
                  <a:pt x="143425" y="106127"/>
                </a:cubicBezTo>
                <a:cubicBezTo>
                  <a:pt x="140907" y="107868"/>
                  <a:pt x="138362" y="109140"/>
                  <a:pt x="135790" y="109944"/>
                </a:cubicBezTo>
                <a:cubicBezTo>
                  <a:pt x="133218" y="110748"/>
                  <a:pt x="130539" y="111150"/>
                  <a:pt x="127753" y="111150"/>
                </a:cubicBezTo>
                <a:cubicBezTo>
                  <a:pt x="121377" y="111150"/>
                  <a:pt x="116448" y="108859"/>
                  <a:pt x="112965" y="104278"/>
                </a:cubicBezTo>
                <a:cubicBezTo>
                  <a:pt x="109483" y="99697"/>
                  <a:pt x="107741" y="93040"/>
                  <a:pt x="107741" y="84307"/>
                </a:cubicBezTo>
                <a:cubicBezTo>
                  <a:pt x="107741" y="79109"/>
                  <a:pt x="108290" y="74113"/>
                  <a:pt x="109389" y="69318"/>
                </a:cubicBezTo>
                <a:cubicBezTo>
                  <a:pt x="110487" y="64522"/>
                  <a:pt x="112041" y="60022"/>
                  <a:pt x="114050" y="55816"/>
                </a:cubicBezTo>
                <a:cubicBezTo>
                  <a:pt x="116059" y="51610"/>
                  <a:pt x="118457" y="47779"/>
                  <a:pt x="121243" y="44323"/>
                </a:cubicBezTo>
                <a:cubicBezTo>
                  <a:pt x="124029" y="40867"/>
                  <a:pt x="127083" y="37907"/>
                  <a:pt x="130405" y="35443"/>
                </a:cubicBezTo>
                <a:cubicBezTo>
                  <a:pt x="133727" y="32978"/>
                  <a:pt x="137263" y="31062"/>
                  <a:pt x="141014" y="29696"/>
                </a:cubicBezTo>
                <a:cubicBezTo>
                  <a:pt x="144764" y="28330"/>
                  <a:pt x="148649" y="27647"/>
                  <a:pt x="152667" y="27647"/>
                </a:cubicBezTo>
                <a:cubicBezTo>
                  <a:pt x="156204" y="27647"/>
                  <a:pt x="159445" y="27995"/>
                  <a:pt x="162392" y="28692"/>
                </a:cubicBezTo>
                <a:cubicBezTo>
                  <a:pt x="165339" y="29388"/>
                  <a:pt x="168152" y="30781"/>
                  <a:pt x="170831" y="32871"/>
                </a:cubicBezTo>
                <a:cubicBezTo>
                  <a:pt x="171741" y="29495"/>
                  <a:pt x="172465" y="26615"/>
                  <a:pt x="173001" y="24231"/>
                </a:cubicBezTo>
                <a:cubicBezTo>
                  <a:pt x="173536" y="21847"/>
                  <a:pt x="173978" y="19650"/>
                  <a:pt x="174327" y="17641"/>
                </a:cubicBezTo>
                <a:cubicBezTo>
                  <a:pt x="174675" y="15632"/>
                  <a:pt x="174849" y="13957"/>
                  <a:pt x="174849" y="12618"/>
                </a:cubicBezTo>
                <a:cubicBezTo>
                  <a:pt x="174849" y="11493"/>
                  <a:pt x="174702" y="10555"/>
                  <a:pt x="174407" y="9805"/>
                </a:cubicBezTo>
                <a:cubicBezTo>
                  <a:pt x="174112" y="9055"/>
                  <a:pt x="173590" y="8439"/>
                  <a:pt x="172840" y="7956"/>
                </a:cubicBezTo>
                <a:cubicBezTo>
                  <a:pt x="172090" y="7474"/>
                  <a:pt x="171031" y="7126"/>
                  <a:pt x="169665" y="6912"/>
                </a:cubicBezTo>
                <a:cubicBezTo>
                  <a:pt x="168299" y="6697"/>
                  <a:pt x="166571" y="6537"/>
                  <a:pt x="164481" y="6429"/>
                </a:cubicBezTo>
                <a:lnTo>
                  <a:pt x="165526" y="964"/>
                </a:lnTo>
                <a:lnTo>
                  <a:pt x="189476" y="0"/>
                </a:lnTo>
                <a:lnTo>
                  <a:pt x="193575" y="0"/>
                </a:lnTo>
                <a:lnTo>
                  <a:pt x="174929" y="81976"/>
                </a:lnTo>
                <a:moveTo>
                  <a:pt x="164080" y="64214"/>
                </a:moveTo>
                <a:cubicBezTo>
                  <a:pt x="164669" y="61321"/>
                  <a:pt x="165205" y="58428"/>
                  <a:pt x="165687" y="55535"/>
                </a:cubicBezTo>
                <a:cubicBezTo>
                  <a:pt x="166169" y="52641"/>
                  <a:pt x="166410" y="49989"/>
                  <a:pt x="166410" y="47578"/>
                </a:cubicBezTo>
                <a:cubicBezTo>
                  <a:pt x="166410" y="43238"/>
                  <a:pt x="165432" y="40157"/>
                  <a:pt x="163477" y="38336"/>
                </a:cubicBezTo>
                <a:cubicBezTo>
                  <a:pt x="161521" y="36514"/>
                  <a:pt x="158400" y="35603"/>
                  <a:pt x="154114" y="35603"/>
                </a:cubicBezTo>
                <a:cubicBezTo>
                  <a:pt x="150953" y="35603"/>
                  <a:pt x="148019" y="36286"/>
                  <a:pt x="145314" y="37653"/>
                </a:cubicBezTo>
                <a:cubicBezTo>
                  <a:pt x="142608" y="39019"/>
                  <a:pt x="140130" y="40894"/>
                  <a:pt x="137879" y="43278"/>
                </a:cubicBezTo>
                <a:cubicBezTo>
                  <a:pt x="135629" y="45663"/>
                  <a:pt x="133620" y="48422"/>
                  <a:pt x="131852" y="51556"/>
                </a:cubicBezTo>
                <a:cubicBezTo>
                  <a:pt x="130084" y="54691"/>
                  <a:pt x="128597" y="58039"/>
                  <a:pt x="127391" y="61602"/>
                </a:cubicBezTo>
                <a:cubicBezTo>
                  <a:pt x="126186" y="65165"/>
                  <a:pt x="125275" y="68809"/>
                  <a:pt x="124659" y="72533"/>
                </a:cubicBezTo>
                <a:cubicBezTo>
                  <a:pt x="124043" y="76256"/>
                  <a:pt x="123735" y="79886"/>
                  <a:pt x="123735" y="83422"/>
                </a:cubicBezTo>
                <a:cubicBezTo>
                  <a:pt x="123735" y="89209"/>
                  <a:pt x="124552" y="93509"/>
                  <a:pt x="126186" y="96322"/>
                </a:cubicBezTo>
                <a:cubicBezTo>
                  <a:pt x="127820" y="99135"/>
                  <a:pt x="130459" y="100541"/>
                  <a:pt x="134102" y="100541"/>
                </a:cubicBezTo>
                <a:cubicBezTo>
                  <a:pt x="136567" y="100541"/>
                  <a:pt x="139299" y="99710"/>
                  <a:pt x="142300" y="98050"/>
                </a:cubicBezTo>
                <a:cubicBezTo>
                  <a:pt x="145300" y="96389"/>
                  <a:pt x="148207" y="93991"/>
                  <a:pt x="151020" y="90857"/>
                </a:cubicBezTo>
                <a:cubicBezTo>
                  <a:pt x="153833" y="87722"/>
                  <a:pt x="156418" y="83905"/>
                  <a:pt x="158775" y="79404"/>
                </a:cubicBezTo>
                <a:cubicBezTo>
                  <a:pt x="161133" y="74903"/>
                  <a:pt x="162901" y="69840"/>
                  <a:pt x="164080" y="642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∥ො">
            <a:extLst xmlns:a="http://schemas.openxmlformats.org/drawingml/2006/main">
              <a:ext uri="{FF2B5EF4-FFF2-40B4-BE49-F238E27FC236}">
                <a16:creationId xmlns:a16="http://schemas.microsoft.com/office/drawing/2014/main" id="{2E3E28D3-3986-41DC-8182-6808DA3A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347" y="2555922"/>
            <a:ext cx="242021" cy="180803"/>
          </a:xfrm>
          <a:custGeom xmlns:a="http://schemas.openxmlformats.org/drawingml/2006/main">
            <a:pathLst>
              <a:path w="242021" h="180803">
                <a:moveTo>
                  <a:pt x="17177" y="180803"/>
                </a:moveTo>
                <a:lnTo>
                  <a:pt x="0" y="180803"/>
                </a:lnTo>
                <a:lnTo>
                  <a:pt x="0" y="8479"/>
                </a:lnTo>
                <a:lnTo>
                  <a:pt x="17177" y="8479"/>
                </a:lnTo>
                <a:lnTo>
                  <a:pt x="17177" y="180803"/>
                </a:lnTo>
                <a:moveTo>
                  <a:pt x="55716" y="180803"/>
                </a:moveTo>
                <a:lnTo>
                  <a:pt x="38539" y="180803"/>
                </a:lnTo>
                <a:lnTo>
                  <a:pt x="38539" y="8479"/>
                </a:lnTo>
                <a:lnTo>
                  <a:pt x="55716" y="8479"/>
                </a:lnTo>
                <a:lnTo>
                  <a:pt x="55716" y="180803"/>
                </a:lnTo>
                <a:close/>
                <a:moveTo>
                  <a:pt x="204583" y="0"/>
                </a:moveTo>
                <a:lnTo>
                  <a:pt x="242021" y="34685"/>
                </a:lnTo>
                <a:lnTo>
                  <a:pt x="236075" y="40961"/>
                </a:lnTo>
                <a:lnTo>
                  <a:pt x="197206" y="14204"/>
                </a:lnTo>
                <a:lnTo>
                  <a:pt x="195995" y="14204"/>
                </a:lnTo>
                <a:lnTo>
                  <a:pt x="156465" y="40961"/>
                </a:lnTo>
                <a:lnTo>
                  <a:pt x="150519" y="34685"/>
                </a:lnTo>
                <a:lnTo>
                  <a:pt x="189828" y="0"/>
                </a:lnTo>
                <a:lnTo>
                  <a:pt x="20458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ϵ">
            <a:extLst xmlns:a="http://schemas.openxmlformats.org/drawingml/2006/main">
              <a:ext uri="{FF2B5EF4-FFF2-40B4-BE49-F238E27FC236}">
                <a16:creationId xmlns:a16="http://schemas.microsoft.com/office/drawing/2014/main" id="{D8656D69-269B-48DA-B761-8841EA68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946" y="2607565"/>
            <a:ext cx="84455" cy="108900"/>
          </a:xfrm>
          <a:custGeom xmlns:a="http://schemas.openxmlformats.org/drawingml/2006/main">
            <a:pathLst>
              <a:path w="84455" h="108900">
                <a:moveTo>
                  <a:pt x="78509" y="46577"/>
                </a:moveTo>
                <a:lnTo>
                  <a:pt x="78509" y="58029"/>
                </a:lnTo>
                <a:lnTo>
                  <a:pt x="19930" y="58029"/>
                </a:lnTo>
                <a:lnTo>
                  <a:pt x="19820" y="59350"/>
                </a:lnTo>
                <a:cubicBezTo>
                  <a:pt x="19673" y="61259"/>
                  <a:pt x="19765" y="63754"/>
                  <a:pt x="20095" y="66837"/>
                </a:cubicBezTo>
                <a:cubicBezTo>
                  <a:pt x="20426" y="69921"/>
                  <a:pt x="20884" y="72545"/>
                  <a:pt x="21472" y="74710"/>
                </a:cubicBezTo>
                <a:cubicBezTo>
                  <a:pt x="22059" y="76876"/>
                  <a:pt x="22793" y="78931"/>
                  <a:pt x="23674" y="80877"/>
                </a:cubicBezTo>
                <a:cubicBezTo>
                  <a:pt x="24555" y="82822"/>
                  <a:pt x="25546" y="84565"/>
                  <a:pt x="26647" y="86107"/>
                </a:cubicBezTo>
                <a:cubicBezTo>
                  <a:pt x="27748" y="87648"/>
                  <a:pt x="28959" y="89043"/>
                  <a:pt x="30281" y="90291"/>
                </a:cubicBezTo>
                <a:cubicBezTo>
                  <a:pt x="31602" y="91539"/>
                  <a:pt x="32997" y="92622"/>
                  <a:pt x="34465" y="93539"/>
                </a:cubicBezTo>
                <a:cubicBezTo>
                  <a:pt x="35933" y="94457"/>
                  <a:pt x="37530" y="95265"/>
                  <a:pt x="39255" y="95962"/>
                </a:cubicBezTo>
                <a:cubicBezTo>
                  <a:pt x="40980" y="96659"/>
                  <a:pt x="42797" y="97173"/>
                  <a:pt x="44705" y="97503"/>
                </a:cubicBezTo>
                <a:cubicBezTo>
                  <a:pt x="46614" y="97834"/>
                  <a:pt x="48596" y="97999"/>
                  <a:pt x="50651" y="97999"/>
                </a:cubicBezTo>
                <a:cubicBezTo>
                  <a:pt x="56377" y="97999"/>
                  <a:pt x="61479" y="97595"/>
                  <a:pt x="65957" y="96788"/>
                </a:cubicBezTo>
                <a:cubicBezTo>
                  <a:pt x="70434" y="95980"/>
                  <a:pt x="75610" y="94512"/>
                  <a:pt x="81482" y="92383"/>
                </a:cubicBezTo>
                <a:lnTo>
                  <a:pt x="84345" y="101192"/>
                </a:lnTo>
                <a:cubicBezTo>
                  <a:pt x="77665" y="103982"/>
                  <a:pt x="71352" y="105964"/>
                  <a:pt x="65406" y="107138"/>
                </a:cubicBezTo>
                <a:cubicBezTo>
                  <a:pt x="59460" y="108313"/>
                  <a:pt x="53037" y="108900"/>
                  <a:pt x="46137" y="108900"/>
                </a:cubicBezTo>
                <a:cubicBezTo>
                  <a:pt x="36667" y="108900"/>
                  <a:pt x="28464" y="106918"/>
                  <a:pt x="21527" y="102954"/>
                </a:cubicBezTo>
                <a:cubicBezTo>
                  <a:pt x="14590" y="98990"/>
                  <a:pt x="9268" y="93062"/>
                  <a:pt x="5561" y="85171"/>
                </a:cubicBezTo>
                <a:cubicBezTo>
                  <a:pt x="1854" y="77280"/>
                  <a:pt x="0" y="67718"/>
                  <a:pt x="0" y="56487"/>
                </a:cubicBezTo>
                <a:cubicBezTo>
                  <a:pt x="0" y="45770"/>
                  <a:pt x="2147" y="36061"/>
                  <a:pt x="6442" y="27363"/>
                </a:cubicBezTo>
                <a:cubicBezTo>
                  <a:pt x="10736" y="18664"/>
                  <a:pt x="16957" y="11929"/>
                  <a:pt x="25105" y="7157"/>
                </a:cubicBezTo>
                <a:cubicBezTo>
                  <a:pt x="33254" y="2386"/>
                  <a:pt x="42797" y="0"/>
                  <a:pt x="53734" y="0"/>
                </a:cubicBezTo>
                <a:cubicBezTo>
                  <a:pt x="59313" y="0"/>
                  <a:pt x="64452" y="385"/>
                  <a:pt x="69150" y="1156"/>
                </a:cubicBezTo>
                <a:cubicBezTo>
                  <a:pt x="73848" y="1927"/>
                  <a:pt x="78950" y="3303"/>
                  <a:pt x="84455" y="5285"/>
                </a:cubicBezTo>
                <a:lnTo>
                  <a:pt x="81482" y="14204"/>
                </a:lnTo>
                <a:cubicBezTo>
                  <a:pt x="76784" y="12956"/>
                  <a:pt x="72618" y="12076"/>
                  <a:pt x="68985" y="11562"/>
                </a:cubicBezTo>
                <a:cubicBezTo>
                  <a:pt x="65351" y="11048"/>
                  <a:pt x="61552" y="10791"/>
                  <a:pt x="57588" y="10791"/>
                </a:cubicBezTo>
                <a:cubicBezTo>
                  <a:pt x="51275" y="10791"/>
                  <a:pt x="45439" y="12094"/>
                  <a:pt x="40080" y="14700"/>
                </a:cubicBezTo>
                <a:cubicBezTo>
                  <a:pt x="34722" y="17306"/>
                  <a:pt x="30262" y="21325"/>
                  <a:pt x="26702" y="26757"/>
                </a:cubicBezTo>
                <a:cubicBezTo>
                  <a:pt x="23142" y="32189"/>
                  <a:pt x="20995" y="38796"/>
                  <a:pt x="20260" y="46577"/>
                </a:cubicBezTo>
                <a:lnTo>
                  <a:pt x="78509" y="465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𝑡">
            <a:extLst xmlns:a="http://schemas.openxmlformats.org/drawingml/2006/main">
              <a:ext uri="{FF2B5EF4-FFF2-40B4-BE49-F238E27FC236}">
                <a16:creationId xmlns:a16="http://schemas.microsoft.com/office/drawing/2014/main" id="{3CE01EFA-B8D5-4827-9447-0C8DCC37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479" y="2660578"/>
            <a:ext cx="58428" cy="102229"/>
          </a:xfrm>
          <a:custGeom xmlns:a="http://schemas.openxmlformats.org/drawingml/2006/main">
            <a:pathLst>
              <a:path w="58428" h="102229">
                <a:moveTo>
                  <a:pt x="50632" y="85271"/>
                </a:moveTo>
                <a:cubicBezTo>
                  <a:pt x="47900" y="88325"/>
                  <a:pt x="45301" y="90924"/>
                  <a:pt x="42836" y="93067"/>
                </a:cubicBezTo>
                <a:cubicBezTo>
                  <a:pt x="40372" y="95210"/>
                  <a:pt x="37961" y="96965"/>
                  <a:pt x="35603" y="98331"/>
                </a:cubicBezTo>
                <a:cubicBezTo>
                  <a:pt x="33246" y="99697"/>
                  <a:pt x="30915" y="100688"/>
                  <a:pt x="28611" y="101304"/>
                </a:cubicBezTo>
                <a:cubicBezTo>
                  <a:pt x="26307" y="101921"/>
                  <a:pt x="23950" y="102229"/>
                  <a:pt x="21539" y="102229"/>
                </a:cubicBezTo>
                <a:cubicBezTo>
                  <a:pt x="15163" y="102229"/>
                  <a:pt x="10408" y="100729"/>
                  <a:pt x="7273" y="97728"/>
                </a:cubicBezTo>
                <a:cubicBezTo>
                  <a:pt x="4139" y="94728"/>
                  <a:pt x="2572" y="90307"/>
                  <a:pt x="2572" y="84467"/>
                </a:cubicBezTo>
                <a:cubicBezTo>
                  <a:pt x="2572" y="82485"/>
                  <a:pt x="2719" y="80302"/>
                  <a:pt x="3014" y="77917"/>
                </a:cubicBezTo>
                <a:cubicBezTo>
                  <a:pt x="3309" y="75533"/>
                  <a:pt x="3724" y="73216"/>
                  <a:pt x="4260" y="70965"/>
                </a:cubicBezTo>
                <a:lnTo>
                  <a:pt x="13823" y="29334"/>
                </a:lnTo>
                <a:lnTo>
                  <a:pt x="0" y="29334"/>
                </a:lnTo>
                <a:lnTo>
                  <a:pt x="1607" y="23146"/>
                </a:lnTo>
                <a:cubicBezTo>
                  <a:pt x="4822" y="23146"/>
                  <a:pt x="7327" y="22838"/>
                  <a:pt x="9122" y="22222"/>
                </a:cubicBezTo>
                <a:cubicBezTo>
                  <a:pt x="10917" y="21606"/>
                  <a:pt x="12430" y="20762"/>
                  <a:pt x="13663" y="19690"/>
                </a:cubicBezTo>
                <a:cubicBezTo>
                  <a:pt x="14466" y="18940"/>
                  <a:pt x="15243" y="18016"/>
                  <a:pt x="15993" y="16918"/>
                </a:cubicBezTo>
                <a:cubicBezTo>
                  <a:pt x="16743" y="15819"/>
                  <a:pt x="17494" y="14493"/>
                  <a:pt x="18244" y="12939"/>
                </a:cubicBezTo>
                <a:cubicBezTo>
                  <a:pt x="18994" y="11386"/>
                  <a:pt x="19757" y="9550"/>
                  <a:pt x="20534" y="7434"/>
                </a:cubicBezTo>
                <a:cubicBezTo>
                  <a:pt x="21311" y="5318"/>
                  <a:pt x="22182" y="2840"/>
                  <a:pt x="23146" y="0"/>
                </a:cubicBezTo>
                <a:lnTo>
                  <a:pt x="35684" y="0"/>
                </a:lnTo>
                <a:lnTo>
                  <a:pt x="31103" y="20414"/>
                </a:lnTo>
                <a:lnTo>
                  <a:pt x="58428" y="20414"/>
                </a:lnTo>
                <a:lnTo>
                  <a:pt x="56579" y="29334"/>
                </a:lnTo>
                <a:lnTo>
                  <a:pt x="29334" y="29334"/>
                </a:lnTo>
                <a:lnTo>
                  <a:pt x="21137" y="63009"/>
                </a:lnTo>
                <a:cubicBezTo>
                  <a:pt x="20601" y="65259"/>
                  <a:pt x="20159" y="67282"/>
                  <a:pt x="19811" y="69077"/>
                </a:cubicBezTo>
                <a:cubicBezTo>
                  <a:pt x="19463" y="70872"/>
                  <a:pt x="19181" y="72492"/>
                  <a:pt x="18967" y="73939"/>
                </a:cubicBezTo>
                <a:cubicBezTo>
                  <a:pt x="18753" y="75386"/>
                  <a:pt x="18605" y="76698"/>
                  <a:pt x="18525" y="77877"/>
                </a:cubicBezTo>
                <a:cubicBezTo>
                  <a:pt x="18445" y="79056"/>
                  <a:pt x="18404" y="80154"/>
                  <a:pt x="18404" y="81172"/>
                </a:cubicBezTo>
                <a:cubicBezTo>
                  <a:pt x="18404" y="84387"/>
                  <a:pt x="19074" y="86905"/>
                  <a:pt x="20414" y="88727"/>
                </a:cubicBezTo>
                <a:cubicBezTo>
                  <a:pt x="21753" y="90548"/>
                  <a:pt x="23950" y="91459"/>
                  <a:pt x="27004" y="91459"/>
                </a:cubicBezTo>
                <a:cubicBezTo>
                  <a:pt x="29576" y="91459"/>
                  <a:pt x="32308" y="90508"/>
                  <a:pt x="35201" y="88606"/>
                </a:cubicBezTo>
                <a:cubicBezTo>
                  <a:pt x="38095" y="86704"/>
                  <a:pt x="41390" y="83717"/>
                  <a:pt x="45087" y="79645"/>
                </a:cubicBezTo>
                <a:lnTo>
                  <a:pt x="50632" y="852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(𝑑)">
            <a:extLst xmlns:a="http://schemas.openxmlformats.org/drawingml/2006/main">
              <a:ext uri="{FF2B5EF4-FFF2-40B4-BE49-F238E27FC236}">
                <a16:creationId xmlns:a16="http://schemas.microsoft.com/office/drawing/2014/main" id="{251E1900-AFE8-4958-8E2D-D4DB23F8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70" y="2489705"/>
            <a:ext cx="218231" cy="152459"/>
          </a:xfrm>
          <a:custGeom xmlns:a="http://schemas.openxmlformats.org/drawingml/2006/main">
            <a:pathLst>
              <a:path w="218231" h="152459">
                <a:moveTo>
                  <a:pt x="13904" y="75466"/>
                </a:moveTo>
                <a:cubicBezTo>
                  <a:pt x="13904" y="94219"/>
                  <a:pt x="16918" y="109676"/>
                  <a:pt x="22945" y="121839"/>
                </a:cubicBezTo>
                <a:cubicBezTo>
                  <a:pt x="28973" y="134001"/>
                  <a:pt x="38175" y="142145"/>
                  <a:pt x="50552" y="146271"/>
                </a:cubicBezTo>
                <a:lnTo>
                  <a:pt x="48623" y="152459"/>
                </a:lnTo>
                <a:cubicBezTo>
                  <a:pt x="32924" y="148333"/>
                  <a:pt x="20896" y="139453"/>
                  <a:pt x="12537" y="125817"/>
                </a:cubicBezTo>
                <a:cubicBezTo>
                  <a:pt x="4179" y="112181"/>
                  <a:pt x="0" y="95665"/>
                  <a:pt x="0" y="76270"/>
                </a:cubicBezTo>
                <a:cubicBezTo>
                  <a:pt x="0" y="56928"/>
                  <a:pt x="4193" y="40412"/>
                  <a:pt x="12578" y="26723"/>
                </a:cubicBezTo>
                <a:cubicBezTo>
                  <a:pt x="20963" y="13033"/>
                  <a:pt x="32978" y="4126"/>
                  <a:pt x="48623" y="0"/>
                </a:cubicBezTo>
                <a:lnTo>
                  <a:pt x="50793" y="6188"/>
                </a:lnTo>
                <a:cubicBezTo>
                  <a:pt x="38255" y="10314"/>
                  <a:pt x="28973" y="18364"/>
                  <a:pt x="22945" y="30339"/>
                </a:cubicBezTo>
                <a:cubicBezTo>
                  <a:pt x="16918" y="42314"/>
                  <a:pt x="13904" y="57356"/>
                  <a:pt x="13904" y="75466"/>
                </a:cubicBezTo>
                <a:close/>
                <a:moveTo>
                  <a:pt x="131698" y="88405"/>
                </a:moveTo>
                <a:cubicBezTo>
                  <a:pt x="130948" y="91566"/>
                  <a:pt x="130452" y="94085"/>
                  <a:pt x="130211" y="95960"/>
                </a:cubicBezTo>
                <a:cubicBezTo>
                  <a:pt x="129970" y="97835"/>
                  <a:pt x="129849" y="99523"/>
                  <a:pt x="129849" y="101023"/>
                </a:cubicBezTo>
                <a:cubicBezTo>
                  <a:pt x="129849" y="103059"/>
                  <a:pt x="130265" y="104533"/>
                  <a:pt x="131095" y="105443"/>
                </a:cubicBezTo>
                <a:cubicBezTo>
                  <a:pt x="131925" y="106354"/>
                  <a:pt x="133118" y="106810"/>
                  <a:pt x="134671" y="106810"/>
                </a:cubicBezTo>
                <a:cubicBezTo>
                  <a:pt x="135636" y="106810"/>
                  <a:pt x="136587" y="106622"/>
                  <a:pt x="137524" y="106247"/>
                </a:cubicBezTo>
                <a:cubicBezTo>
                  <a:pt x="138462" y="105872"/>
                  <a:pt x="139480" y="105283"/>
                  <a:pt x="140578" y="104479"/>
                </a:cubicBezTo>
                <a:cubicBezTo>
                  <a:pt x="141677" y="103675"/>
                  <a:pt x="142882" y="102644"/>
                  <a:pt x="144195" y="101385"/>
                </a:cubicBezTo>
                <a:cubicBezTo>
                  <a:pt x="145508" y="100126"/>
                  <a:pt x="146995" y="98612"/>
                  <a:pt x="148656" y="96844"/>
                </a:cubicBezTo>
                <a:cubicBezTo>
                  <a:pt x="149513" y="97755"/>
                  <a:pt x="150397" y="98652"/>
                  <a:pt x="151308" y="99536"/>
                </a:cubicBezTo>
                <a:cubicBezTo>
                  <a:pt x="152219" y="100420"/>
                  <a:pt x="153103" y="101291"/>
                  <a:pt x="153960" y="102148"/>
                </a:cubicBezTo>
                <a:cubicBezTo>
                  <a:pt x="151281" y="104881"/>
                  <a:pt x="148843" y="107225"/>
                  <a:pt x="146646" y="109181"/>
                </a:cubicBezTo>
                <a:cubicBezTo>
                  <a:pt x="144450" y="111136"/>
                  <a:pt x="142320" y="112744"/>
                  <a:pt x="140257" y="114003"/>
                </a:cubicBezTo>
                <a:cubicBezTo>
                  <a:pt x="138194" y="115262"/>
                  <a:pt x="136172" y="116173"/>
                  <a:pt x="134189" y="116735"/>
                </a:cubicBezTo>
                <a:cubicBezTo>
                  <a:pt x="132207" y="117298"/>
                  <a:pt x="130144" y="117579"/>
                  <a:pt x="128001" y="117579"/>
                </a:cubicBezTo>
                <a:cubicBezTo>
                  <a:pt x="124143" y="117579"/>
                  <a:pt x="121143" y="116333"/>
                  <a:pt x="119000" y="113842"/>
                </a:cubicBezTo>
                <a:cubicBezTo>
                  <a:pt x="116856" y="111351"/>
                  <a:pt x="115785" y="107935"/>
                  <a:pt x="115785" y="103595"/>
                </a:cubicBezTo>
                <a:cubicBezTo>
                  <a:pt x="115785" y="101184"/>
                  <a:pt x="116160" y="98880"/>
                  <a:pt x="116910" y="96683"/>
                </a:cubicBezTo>
                <a:lnTo>
                  <a:pt x="115785" y="96201"/>
                </a:lnTo>
                <a:cubicBezTo>
                  <a:pt x="113052" y="100005"/>
                  <a:pt x="110400" y="103247"/>
                  <a:pt x="107828" y="105926"/>
                </a:cubicBezTo>
                <a:cubicBezTo>
                  <a:pt x="105257" y="108605"/>
                  <a:pt x="102712" y="110815"/>
                  <a:pt x="100193" y="112556"/>
                </a:cubicBezTo>
                <a:cubicBezTo>
                  <a:pt x="97675" y="114297"/>
                  <a:pt x="95130" y="115570"/>
                  <a:pt x="92558" y="116374"/>
                </a:cubicBezTo>
                <a:cubicBezTo>
                  <a:pt x="89987" y="117177"/>
                  <a:pt x="87308" y="117579"/>
                  <a:pt x="84521" y="117579"/>
                </a:cubicBezTo>
                <a:cubicBezTo>
                  <a:pt x="78146" y="117579"/>
                  <a:pt x="73216" y="115289"/>
                  <a:pt x="69734" y="110708"/>
                </a:cubicBezTo>
                <a:cubicBezTo>
                  <a:pt x="66251" y="106127"/>
                  <a:pt x="64510" y="99469"/>
                  <a:pt x="64510" y="90736"/>
                </a:cubicBezTo>
                <a:cubicBezTo>
                  <a:pt x="64510" y="85539"/>
                  <a:pt x="65059" y="80543"/>
                  <a:pt x="66157" y="75747"/>
                </a:cubicBezTo>
                <a:cubicBezTo>
                  <a:pt x="67256" y="70952"/>
                  <a:pt x="68809" y="66451"/>
                  <a:pt x="70819" y="62245"/>
                </a:cubicBezTo>
                <a:cubicBezTo>
                  <a:pt x="72828" y="58039"/>
                  <a:pt x="75226" y="54209"/>
                  <a:pt x="78012" y="50753"/>
                </a:cubicBezTo>
                <a:cubicBezTo>
                  <a:pt x="80798" y="47297"/>
                  <a:pt x="83852" y="44337"/>
                  <a:pt x="87174" y="41872"/>
                </a:cubicBezTo>
                <a:cubicBezTo>
                  <a:pt x="90496" y="39407"/>
                  <a:pt x="94032" y="37492"/>
                  <a:pt x="97782" y="36126"/>
                </a:cubicBezTo>
                <a:cubicBezTo>
                  <a:pt x="101533" y="34759"/>
                  <a:pt x="105417" y="34076"/>
                  <a:pt x="109436" y="34076"/>
                </a:cubicBezTo>
                <a:cubicBezTo>
                  <a:pt x="112972" y="34076"/>
                  <a:pt x="116213" y="34424"/>
                  <a:pt x="119160" y="35121"/>
                </a:cubicBezTo>
                <a:cubicBezTo>
                  <a:pt x="122107" y="35818"/>
                  <a:pt x="124920" y="37211"/>
                  <a:pt x="127599" y="39300"/>
                </a:cubicBezTo>
                <a:cubicBezTo>
                  <a:pt x="128510" y="35925"/>
                  <a:pt x="129233" y="33045"/>
                  <a:pt x="129769" y="30661"/>
                </a:cubicBezTo>
                <a:cubicBezTo>
                  <a:pt x="130305" y="28276"/>
                  <a:pt x="130747" y="26080"/>
                  <a:pt x="131095" y="24070"/>
                </a:cubicBezTo>
                <a:cubicBezTo>
                  <a:pt x="131443" y="22061"/>
                  <a:pt x="131617" y="20387"/>
                  <a:pt x="131617" y="19047"/>
                </a:cubicBezTo>
                <a:cubicBezTo>
                  <a:pt x="131617" y="17922"/>
                  <a:pt x="131470" y="16985"/>
                  <a:pt x="131175" y="16234"/>
                </a:cubicBezTo>
                <a:cubicBezTo>
                  <a:pt x="130881" y="15484"/>
                  <a:pt x="130358" y="14868"/>
                  <a:pt x="129608" y="14386"/>
                </a:cubicBezTo>
                <a:cubicBezTo>
                  <a:pt x="128858" y="13904"/>
                  <a:pt x="127800" y="13555"/>
                  <a:pt x="126434" y="13341"/>
                </a:cubicBezTo>
                <a:cubicBezTo>
                  <a:pt x="125067" y="13127"/>
                  <a:pt x="123339" y="12966"/>
                  <a:pt x="121250" y="12859"/>
                </a:cubicBezTo>
                <a:lnTo>
                  <a:pt x="122295" y="7394"/>
                </a:lnTo>
                <a:lnTo>
                  <a:pt x="146244" y="6429"/>
                </a:lnTo>
                <a:lnTo>
                  <a:pt x="150343" y="6429"/>
                </a:lnTo>
                <a:lnTo>
                  <a:pt x="131698" y="88405"/>
                </a:lnTo>
                <a:moveTo>
                  <a:pt x="120848" y="70644"/>
                </a:moveTo>
                <a:cubicBezTo>
                  <a:pt x="121437" y="67751"/>
                  <a:pt x="121973" y="64857"/>
                  <a:pt x="122455" y="61964"/>
                </a:cubicBezTo>
                <a:cubicBezTo>
                  <a:pt x="122938" y="59071"/>
                  <a:pt x="123179" y="56419"/>
                  <a:pt x="123179" y="54008"/>
                </a:cubicBezTo>
                <a:cubicBezTo>
                  <a:pt x="123179" y="49668"/>
                  <a:pt x="122201" y="46587"/>
                  <a:pt x="120245" y="44765"/>
                </a:cubicBezTo>
                <a:cubicBezTo>
                  <a:pt x="118290" y="42944"/>
                  <a:pt x="115169" y="42033"/>
                  <a:pt x="110882" y="42033"/>
                </a:cubicBezTo>
                <a:cubicBezTo>
                  <a:pt x="107721" y="42033"/>
                  <a:pt x="104788" y="42716"/>
                  <a:pt x="102082" y="44082"/>
                </a:cubicBezTo>
                <a:cubicBezTo>
                  <a:pt x="99376" y="45448"/>
                  <a:pt x="96898" y="47324"/>
                  <a:pt x="94648" y="49708"/>
                </a:cubicBezTo>
                <a:cubicBezTo>
                  <a:pt x="92398" y="52092"/>
                  <a:pt x="90388" y="54851"/>
                  <a:pt x="88620" y="57986"/>
                </a:cubicBezTo>
                <a:cubicBezTo>
                  <a:pt x="86852" y="61120"/>
                  <a:pt x="85365" y="64469"/>
                  <a:pt x="84160" y="68032"/>
                </a:cubicBezTo>
                <a:cubicBezTo>
                  <a:pt x="82954" y="71595"/>
                  <a:pt x="82043" y="75238"/>
                  <a:pt x="81427" y="78962"/>
                </a:cubicBezTo>
                <a:cubicBezTo>
                  <a:pt x="80811" y="82686"/>
                  <a:pt x="80503" y="86316"/>
                  <a:pt x="80503" y="89852"/>
                </a:cubicBezTo>
                <a:cubicBezTo>
                  <a:pt x="80503" y="95638"/>
                  <a:pt x="81320" y="99938"/>
                  <a:pt x="82954" y="102751"/>
                </a:cubicBezTo>
                <a:cubicBezTo>
                  <a:pt x="84588" y="105564"/>
                  <a:pt x="87227" y="106970"/>
                  <a:pt x="90871" y="106970"/>
                </a:cubicBezTo>
                <a:cubicBezTo>
                  <a:pt x="93335" y="106970"/>
                  <a:pt x="96068" y="106140"/>
                  <a:pt x="99068" y="104479"/>
                </a:cubicBezTo>
                <a:cubicBezTo>
                  <a:pt x="102069" y="102818"/>
                  <a:pt x="104975" y="100420"/>
                  <a:pt x="107788" y="97286"/>
                </a:cubicBezTo>
                <a:cubicBezTo>
                  <a:pt x="110601" y="94152"/>
                  <a:pt x="113186" y="90334"/>
                  <a:pt x="115544" y="85834"/>
                </a:cubicBezTo>
                <a:cubicBezTo>
                  <a:pt x="117901" y="81333"/>
                  <a:pt x="119669" y="76270"/>
                  <a:pt x="120848" y="70644"/>
                </a:cubicBezTo>
                <a:close/>
                <a:moveTo>
                  <a:pt x="204328" y="75466"/>
                </a:moveTo>
                <a:cubicBezTo>
                  <a:pt x="204328" y="57356"/>
                  <a:pt x="201327" y="42314"/>
                  <a:pt x="195326" y="30339"/>
                </a:cubicBezTo>
                <a:cubicBezTo>
                  <a:pt x="189326" y="18364"/>
                  <a:pt x="180030" y="10314"/>
                  <a:pt x="167439" y="6188"/>
                </a:cubicBezTo>
                <a:lnTo>
                  <a:pt x="169609" y="0"/>
                </a:lnTo>
                <a:cubicBezTo>
                  <a:pt x="185254" y="4126"/>
                  <a:pt x="197269" y="13033"/>
                  <a:pt x="205654" y="26723"/>
                </a:cubicBezTo>
                <a:cubicBezTo>
                  <a:pt x="214039" y="40412"/>
                  <a:pt x="218231" y="56928"/>
                  <a:pt x="218231" y="76270"/>
                </a:cubicBezTo>
                <a:cubicBezTo>
                  <a:pt x="218231" y="95665"/>
                  <a:pt x="214052" y="112181"/>
                  <a:pt x="205694" y="125817"/>
                </a:cubicBezTo>
                <a:cubicBezTo>
                  <a:pt x="197336" y="139453"/>
                  <a:pt x="185307" y="148333"/>
                  <a:pt x="169609" y="152459"/>
                </a:cubicBezTo>
                <a:lnTo>
                  <a:pt x="167680" y="146271"/>
                </a:lnTo>
                <a:cubicBezTo>
                  <a:pt x="180056" y="142145"/>
                  <a:pt x="189259" y="134001"/>
                  <a:pt x="195286" y="121839"/>
                </a:cubicBezTo>
                <a:cubicBezTo>
                  <a:pt x="201314" y="109676"/>
                  <a:pt x="204328" y="94219"/>
                  <a:pt x="204328" y="754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−ϵ">
            <a:extLst xmlns:a="http://schemas.openxmlformats.org/drawingml/2006/main">
              <a:ext uri="{FF2B5EF4-FFF2-40B4-BE49-F238E27FC236}">
                <a16:creationId xmlns:a16="http://schemas.microsoft.com/office/drawing/2014/main" id="{FC0DD68F-7A31-4138-9C8A-0C8D1B0A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168" y="2607565"/>
            <a:ext cx="298638" cy="108900"/>
          </a:xfrm>
          <a:custGeom xmlns:a="http://schemas.openxmlformats.org/drawingml/2006/main">
            <a:pathLst>
              <a:path w="298638" h="108900">
                <a:moveTo>
                  <a:pt x="0" y="49990"/>
                </a:moveTo>
                <a:lnTo>
                  <a:pt x="0" y="35346"/>
                </a:lnTo>
                <a:lnTo>
                  <a:pt x="135657" y="35346"/>
                </a:lnTo>
                <a:lnTo>
                  <a:pt x="135657" y="49990"/>
                </a:lnTo>
                <a:lnTo>
                  <a:pt x="0" y="49990"/>
                </a:lnTo>
                <a:close/>
                <a:moveTo>
                  <a:pt x="292692" y="46577"/>
                </a:moveTo>
                <a:lnTo>
                  <a:pt x="292692" y="58029"/>
                </a:lnTo>
                <a:lnTo>
                  <a:pt x="234113" y="58029"/>
                </a:lnTo>
                <a:lnTo>
                  <a:pt x="234003" y="59350"/>
                </a:lnTo>
                <a:cubicBezTo>
                  <a:pt x="233856" y="61259"/>
                  <a:pt x="233948" y="63754"/>
                  <a:pt x="234278" y="66837"/>
                </a:cubicBezTo>
                <a:cubicBezTo>
                  <a:pt x="234608" y="69921"/>
                  <a:pt x="235067" y="72545"/>
                  <a:pt x="235654" y="74710"/>
                </a:cubicBezTo>
                <a:cubicBezTo>
                  <a:pt x="236242" y="76876"/>
                  <a:pt x="236976" y="78931"/>
                  <a:pt x="237857" y="80877"/>
                </a:cubicBezTo>
                <a:cubicBezTo>
                  <a:pt x="238738" y="82822"/>
                  <a:pt x="239729" y="84565"/>
                  <a:pt x="240830" y="86107"/>
                </a:cubicBezTo>
                <a:cubicBezTo>
                  <a:pt x="241931" y="87648"/>
                  <a:pt x="243142" y="89043"/>
                  <a:pt x="244463" y="90291"/>
                </a:cubicBezTo>
                <a:cubicBezTo>
                  <a:pt x="245785" y="91539"/>
                  <a:pt x="247179" y="92622"/>
                  <a:pt x="248648" y="93539"/>
                </a:cubicBezTo>
                <a:cubicBezTo>
                  <a:pt x="250116" y="94457"/>
                  <a:pt x="251712" y="95265"/>
                  <a:pt x="253437" y="95962"/>
                </a:cubicBezTo>
                <a:cubicBezTo>
                  <a:pt x="255162" y="96659"/>
                  <a:pt x="256979" y="97173"/>
                  <a:pt x="258888" y="97503"/>
                </a:cubicBezTo>
                <a:cubicBezTo>
                  <a:pt x="260796" y="97834"/>
                  <a:pt x="262778" y="97999"/>
                  <a:pt x="264834" y="97999"/>
                </a:cubicBezTo>
                <a:cubicBezTo>
                  <a:pt x="270560" y="97999"/>
                  <a:pt x="275661" y="97595"/>
                  <a:pt x="280139" y="96788"/>
                </a:cubicBezTo>
                <a:cubicBezTo>
                  <a:pt x="284617" y="95980"/>
                  <a:pt x="289792" y="94512"/>
                  <a:pt x="295665" y="92383"/>
                </a:cubicBezTo>
                <a:lnTo>
                  <a:pt x="298528" y="101192"/>
                </a:lnTo>
                <a:cubicBezTo>
                  <a:pt x="291848" y="103982"/>
                  <a:pt x="285535" y="105964"/>
                  <a:pt x="279589" y="107138"/>
                </a:cubicBezTo>
                <a:cubicBezTo>
                  <a:pt x="273643" y="108313"/>
                  <a:pt x="267220" y="108900"/>
                  <a:pt x="260319" y="108900"/>
                </a:cubicBezTo>
                <a:cubicBezTo>
                  <a:pt x="250850" y="108900"/>
                  <a:pt x="242647" y="106918"/>
                  <a:pt x="235710" y="102954"/>
                </a:cubicBezTo>
                <a:cubicBezTo>
                  <a:pt x="228772" y="98990"/>
                  <a:pt x="223450" y="93062"/>
                  <a:pt x="219743" y="85171"/>
                </a:cubicBezTo>
                <a:cubicBezTo>
                  <a:pt x="216036" y="77280"/>
                  <a:pt x="214183" y="67718"/>
                  <a:pt x="214183" y="56487"/>
                </a:cubicBezTo>
                <a:cubicBezTo>
                  <a:pt x="214183" y="45770"/>
                  <a:pt x="216330" y="36061"/>
                  <a:pt x="220624" y="27363"/>
                </a:cubicBezTo>
                <a:cubicBezTo>
                  <a:pt x="224919" y="18664"/>
                  <a:pt x="231140" y="11929"/>
                  <a:pt x="239288" y="7157"/>
                </a:cubicBezTo>
                <a:cubicBezTo>
                  <a:pt x="247436" y="2386"/>
                  <a:pt x="256979" y="0"/>
                  <a:pt x="267917" y="0"/>
                </a:cubicBezTo>
                <a:cubicBezTo>
                  <a:pt x="273496" y="0"/>
                  <a:pt x="278634" y="385"/>
                  <a:pt x="283333" y="1156"/>
                </a:cubicBezTo>
                <a:cubicBezTo>
                  <a:pt x="288031" y="1927"/>
                  <a:pt x="293132" y="3303"/>
                  <a:pt x="298638" y="5285"/>
                </a:cubicBezTo>
                <a:lnTo>
                  <a:pt x="295665" y="14204"/>
                </a:lnTo>
                <a:cubicBezTo>
                  <a:pt x="290967" y="12956"/>
                  <a:pt x="286801" y="12076"/>
                  <a:pt x="283167" y="11562"/>
                </a:cubicBezTo>
                <a:cubicBezTo>
                  <a:pt x="279534" y="11048"/>
                  <a:pt x="275735" y="10791"/>
                  <a:pt x="271771" y="10791"/>
                </a:cubicBezTo>
                <a:cubicBezTo>
                  <a:pt x="265458" y="10791"/>
                  <a:pt x="259622" y="12094"/>
                  <a:pt x="254263" y="14700"/>
                </a:cubicBezTo>
                <a:cubicBezTo>
                  <a:pt x="248904" y="17306"/>
                  <a:pt x="244445" y="21325"/>
                  <a:pt x="240885" y="26757"/>
                </a:cubicBezTo>
                <a:cubicBezTo>
                  <a:pt x="237324" y="32189"/>
                  <a:pt x="235177" y="38796"/>
                  <a:pt x="234443" y="46577"/>
                </a:cubicBezTo>
                <a:lnTo>
                  <a:pt x="292692" y="465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𝑡">
            <a:extLst xmlns:a="http://schemas.openxmlformats.org/drawingml/2006/main">
              <a:ext uri="{FF2B5EF4-FFF2-40B4-BE49-F238E27FC236}">
                <a16:creationId xmlns:a16="http://schemas.microsoft.com/office/drawing/2014/main" id="{3F8135AB-84B5-4FFF-A8D6-95899FB7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883" y="2660578"/>
            <a:ext cx="58428" cy="102229"/>
          </a:xfrm>
          <a:custGeom xmlns:a="http://schemas.openxmlformats.org/drawingml/2006/main">
            <a:pathLst>
              <a:path w="58428" h="102229">
                <a:moveTo>
                  <a:pt x="50632" y="85271"/>
                </a:moveTo>
                <a:cubicBezTo>
                  <a:pt x="47900" y="88325"/>
                  <a:pt x="45301" y="90924"/>
                  <a:pt x="42836" y="93067"/>
                </a:cubicBezTo>
                <a:cubicBezTo>
                  <a:pt x="40372" y="95210"/>
                  <a:pt x="37961" y="96965"/>
                  <a:pt x="35603" y="98331"/>
                </a:cubicBezTo>
                <a:cubicBezTo>
                  <a:pt x="33246" y="99697"/>
                  <a:pt x="30915" y="100688"/>
                  <a:pt x="28611" y="101304"/>
                </a:cubicBezTo>
                <a:cubicBezTo>
                  <a:pt x="26307" y="101921"/>
                  <a:pt x="23950" y="102229"/>
                  <a:pt x="21539" y="102229"/>
                </a:cubicBezTo>
                <a:cubicBezTo>
                  <a:pt x="15163" y="102229"/>
                  <a:pt x="10408" y="100729"/>
                  <a:pt x="7273" y="97728"/>
                </a:cubicBezTo>
                <a:cubicBezTo>
                  <a:pt x="4139" y="94728"/>
                  <a:pt x="2572" y="90307"/>
                  <a:pt x="2572" y="84467"/>
                </a:cubicBezTo>
                <a:cubicBezTo>
                  <a:pt x="2572" y="82485"/>
                  <a:pt x="2719" y="80302"/>
                  <a:pt x="3014" y="77917"/>
                </a:cubicBezTo>
                <a:cubicBezTo>
                  <a:pt x="3309" y="75533"/>
                  <a:pt x="3724" y="73216"/>
                  <a:pt x="4260" y="70965"/>
                </a:cubicBezTo>
                <a:lnTo>
                  <a:pt x="13823" y="29334"/>
                </a:lnTo>
                <a:lnTo>
                  <a:pt x="0" y="29334"/>
                </a:lnTo>
                <a:lnTo>
                  <a:pt x="1607" y="23146"/>
                </a:lnTo>
                <a:cubicBezTo>
                  <a:pt x="4822" y="23146"/>
                  <a:pt x="7327" y="22838"/>
                  <a:pt x="9122" y="22222"/>
                </a:cubicBezTo>
                <a:cubicBezTo>
                  <a:pt x="10917" y="21606"/>
                  <a:pt x="12430" y="20762"/>
                  <a:pt x="13663" y="19690"/>
                </a:cubicBezTo>
                <a:cubicBezTo>
                  <a:pt x="14466" y="18940"/>
                  <a:pt x="15243" y="18016"/>
                  <a:pt x="15993" y="16918"/>
                </a:cubicBezTo>
                <a:cubicBezTo>
                  <a:pt x="16743" y="15819"/>
                  <a:pt x="17494" y="14493"/>
                  <a:pt x="18244" y="12939"/>
                </a:cubicBezTo>
                <a:cubicBezTo>
                  <a:pt x="18994" y="11386"/>
                  <a:pt x="19757" y="9550"/>
                  <a:pt x="20534" y="7434"/>
                </a:cubicBezTo>
                <a:cubicBezTo>
                  <a:pt x="21311" y="5318"/>
                  <a:pt x="22182" y="2840"/>
                  <a:pt x="23146" y="0"/>
                </a:cubicBezTo>
                <a:lnTo>
                  <a:pt x="35684" y="0"/>
                </a:lnTo>
                <a:lnTo>
                  <a:pt x="31103" y="20414"/>
                </a:lnTo>
                <a:lnTo>
                  <a:pt x="58428" y="20414"/>
                </a:lnTo>
                <a:lnTo>
                  <a:pt x="56579" y="29334"/>
                </a:lnTo>
                <a:lnTo>
                  <a:pt x="29334" y="29334"/>
                </a:lnTo>
                <a:lnTo>
                  <a:pt x="21137" y="63009"/>
                </a:lnTo>
                <a:cubicBezTo>
                  <a:pt x="20601" y="65259"/>
                  <a:pt x="20159" y="67282"/>
                  <a:pt x="19811" y="69077"/>
                </a:cubicBezTo>
                <a:cubicBezTo>
                  <a:pt x="19463" y="70872"/>
                  <a:pt x="19181" y="72492"/>
                  <a:pt x="18967" y="73939"/>
                </a:cubicBezTo>
                <a:cubicBezTo>
                  <a:pt x="18753" y="75386"/>
                  <a:pt x="18605" y="76698"/>
                  <a:pt x="18525" y="77877"/>
                </a:cubicBezTo>
                <a:cubicBezTo>
                  <a:pt x="18445" y="79056"/>
                  <a:pt x="18404" y="80154"/>
                  <a:pt x="18404" y="81172"/>
                </a:cubicBezTo>
                <a:cubicBezTo>
                  <a:pt x="18404" y="84387"/>
                  <a:pt x="19074" y="86905"/>
                  <a:pt x="20414" y="88727"/>
                </a:cubicBezTo>
                <a:cubicBezTo>
                  <a:pt x="21753" y="90548"/>
                  <a:pt x="23950" y="91459"/>
                  <a:pt x="27004" y="91459"/>
                </a:cubicBezTo>
                <a:cubicBezTo>
                  <a:pt x="29576" y="91459"/>
                  <a:pt x="32308" y="90508"/>
                  <a:pt x="35201" y="88606"/>
                </a:cubicBezTo>
                <a:cubicBezTo>
                  <a:pt x="38095" y="86704"/>
                  <a:pt x="41390" y="83717"/>
                  <a:pt x="45087" y="79645"/>
                </a:cubicBezTo>
                <a:lnTo>
                  <a:pt x="50632" y="852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(𝑑)">
            <a:extLst xmlns:a="http://schemas.openxmlformats.org/drawingml/2006/main">
              <a:ext uri="{FF2B5EF4-FFF2-40B4-BE49-F238E27FC236}">
                <a16:creationId xmlns:a16="http://schemas.microsoft.com/office/drawing/2014/main" id="{22DE2241-2443-415D-B40D-058FE5AA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474" y="2515625"/>
            <a:ext cx="219528" cy="152459"/>
          </a:xfrm>
          <a:custGeom xmlns:a="http://schemas.openxmlformats.org/drawingml/2006/main">
            <a:pathLst>
              <a:path w="219528" h="152459">
                <a:moveTo>
                  <a:pt x="13904" y="75466"/>
                </a:moveTo>
                <a:cubicBezTo>
                  <a:pt x="13904" y="94219"/>
                  <a:pt x="16918" y="109676"/>
                  <a:pt x="22945" y="121839"/>
                </a:cubicBezTo>
                <a:cubicBezTo>
                  <a:pt x="28973" y="134001"/>
                  <a:pt x="38175" y="142145"/>
                  <a:pt x="50552" y="146271"/>
                </a:cubicBezTo>
                <a:lnTo>
                  <a:pt x="48623" y="152459"/>
                </a:lnTo>
                <a:cubicBezTo>
                  <a:pt x="32924" y="148333"/>
                  <a:pt x="20896" y="139453"/>
                  <a:pt x="12537" y="125817"/>
                </a:cubicBezTo>
                <a:cubicBezTo>
                  <a:pt x="4179" y="112181"/>
                  <a:pt x="0" y="95665"/>
                  <a:pt x="0" y="76270"/>
                </a:cubicBezTo>
                <a:cubicBezTo>
                  <a:pt x="0" y="56928"/>
                  <a:pt x="4193" y="40412"/>
                  <a:pt x="12578" y="26723"/>
                </a:cubicBezTo>
                <a:cubicBezTo>
                  <a:pt x="20963" y="13033"/>
                  <a:pt x="32978" y="4126"/>
                  <a:pt x="48623" y="0"/>
                </a:cubicBezTo>
                <a:lnTo>
                  <a:pt x="50793" y="6188"/>
                </a:lnTo>
                <a:cubicBezTo>
                  <a:pt x="38255" y="10314"/>
                  <a:pt x="28973" y="18364"/>
                  <a:pt x="22945" y="30339"/>
                </a:cubicBezTo>
                <a:cubicBezTo>
                  <a:pt x="16918" y="42314"/>
                  <a:pt x="13904" y="57356"/>
                  <a:pt x="13904" y="75466"/>
                </a:cubicBezTo>
                <a:close/>
                <a:moveTo>
                  <a:pt x="131699" y="88405"/>
                </a:moveTo>
                <a:cubicBezTo>
                  <a:pt x="130949" y="91566"/>
                  <a:pt x="130453" y="94085"/>
                  <a:pt x="130212" y="95960"/>
                </a:cubicBezTo>
                <a:cubicBezTo>
                  <a:pt x="129971" y="97835"/>
                  <a:pt x="129850" y="99523"/>
                  <a:pt x="129850" y="101023"/>
                </a:cubicBezTo>
                <a:cubicBezTo>
                  <a:pt x="129850" y="103059"/>
                  <a:pt x="130265" y="104533"/>
                  <a:pt x="131096" y="105443"/>
                </a:cubicBezTo>
                <a:cubicBezTo>
                  <a:pt x="131926" y="106354"/>
                  <a:pt x="133118" y="106810"/>
                  <a:pt x="134672" y="106810"/>
                </a:cubicBezTo>
                <a:cubicBezTo>
                  <a:pt x="135637" y="106810"/>
                  <a:pt x="136588" y="106622"/>
                  <a:pt x="137525" y="106247"/>
                </a:cubicBezTo>
                <a:cubicBezTo>
                  <a:pt x="138463" y="105872"/>
                  <a:pt x="139481" y="105283"/>
                  <a:pt x="140579" y="104479"/>
                </a:cubicBezTo>
                <a:cubicBezTo>
                  <a:pt x="141678" y="103675"/>
                  <a:pt x="142883" y="102644"/>
                  <a:pt x="144196" y="101385"/>
                </a:cubicBezTo>
                <a:cubicBezTo>
                  <a:pt x="145509" y="100126"/>
                  <a:pt x="146995" y="98612"/>
                  <a:pt x="148656" y="96844"/>
                </a:cubicBezTo>
                <a:cubicBezTo>
                  <a:pt x="149514" y="97755"/>
                  <a:pt x="150398" y="98652"/>
                  <a:pt x="151309" y="99536"/>
                </a:cubicBezTo>
                <a:cubicBezTo>
                  <a:pt x="152219" y="100420"/>
                  <a:pt x="153103" y="101291"/>
                  <a:pt x="153961" y="102148"/>
                </a:cubicBezTo>
                <a:cubicBezTo>
                  <a:pt x="151282" y="104881"/>
                  <a:pt x="148844" y="107225"/>
                  <a:pt x="146647" y="109181"/>
                </a:cubicBezTo>
                <a:cubicBezTo>
                  <a:pt x="144450" y="111136"/>
                  <a:pt x="142321" y="112744"/>
                  <a:pt x="140258" y="114003"/>
                </a:cubicBezTo>
                <a:cubicBezTo>
                  <a:pt x="138195" y="115262"/>
                  <a:pt x="136172" y="116173"/>
                  <a:pt x="134190" y="116735"/>
                </a:cubicBezTo>
                <a:cubicBezTo>
                  <a:pt x="132208" y="117298"/>
                  <a:pt x="130145" y="117579"/>
                  <a:pt x="128002" y="117579"/>
                </a:cubicBezTo>
                <a:cubicBezTo>
                  <a:pt x="124144" y="117579"/>
                  <a:pt x="121144" y="116333"/>
                  <a:pt x="119000" y="113842"/>
                </a:cubicBezTo>
                <a:cubicBezTo>
                  <a:pt x="116857" y="111351"/>
                  <a:pt x="115786" y="107935"/>
                  <a:pt x="115786" y="103595"/>
                </a:cubicBezTo>
                <a:cubicBezTo>
                  <a:pt x="115786" y="101184"/>
                  <a:pt x="116161" y="98880"/>
                  <a:pt x="116911" y="96683"/>
                </a:cubicBezTo>
                <a:lnTo>
                  <a:pt x="115786" y="96201"/>
                </a:lnTo>
                <a:cubicBezTo>
                  <a:pt x="113053" y="100005"/>
                  <a:pt x="110401" y="103247"/>
                  <a:pt x="107829" y="105926"/>
                </a:cubicBezTo>
                <a:cubicBezTo>
                  <a:pt x="105257" y="108605"/>
                  <a:pt x="102712" y="110815"/>
                  <a:pt x="100194" y="112556"/>
                </a:cubicBezTo>
                <a:cubicBezTo>
                  <a:pt x="97676" y="114297"/>
                  <a:pt x="95131" y="115570"/>
                  <a:pt x="92559" y="116374"/>
                </a:cubicBezTo>
                <a:cubicBezTo>
                  <a:pt x="89987" y="117177"/>
                  <a:pt x="87308" y="117579"/>
                  <a:pt x="84522" y="117579"/>
                </a:cubicBezTo>
                <a:cubicBezTo>
                  <a:pt x="78146" y="117579"/>
                  <a:pt x="73217" y="115289"/>
                  <a:pt x="69735" y="110708"/>
                </a:cubicBezTo>
                <a:cubicBezTo>
                  <a:pt x="66252" y="106127"/>
                  <a:pt x="64511" y="99469"/>
                  <a:pt x="64511" y="90736"/>
                </a:cubicBezTo>
                <a:cubicBezTo>
                  <a:pt x="64511" y="85539"/>
                  <a:pt x="65060" y="80543"/>
                  <a:pt x="66158" y="75747"/>
                </a:cubicBezTo>
                <a:cubicBezTo>
                  <a:pt x="67256" y="70952"/>
                  <a:pt x="68810" y="66451"/>
                  <a:pt x="70819" y="62245"/>
                </a:cubicBezTo>
                <a:cubicBezTo>
                  <a:pt x="72829" y="58039"/>
                  <a:pt x="75226" y="54209"/>
                  <a:pt x="78012" y="50753"/>
                </a:cubicBezTo>
                <a:cubicBezTo>
                  <a:pt x="80799" y="47297"/>
                  <a:pt x="83853" y="44337"/>
                  <a:pt x="87174" y="41872"/>
                </a:cubicBezTo>
                <a:cubicBezTo>
                  <a:pt x="90496" y="39407"/>
                  <a:pt x="94033" y="37492"/>
                  <a:pt x="97783" y="36126"/>
                </a:cubicBezTo>
                <a:cubicBezTo>
                  <a:pt x="101534" y="34759"/>
                  <a:pt x="105418" y="34076"/>
                  <a:pt x="109437" y="34076"/>
                </a:cubicBezTo>
                <a:cubicBezTo>
                  <a:pt x="112973" y="34076"/>
                  <a:pt x="116214" y="34424"/>
                  <a:pt x="119161" y="35121"/>
                </a:cubicBezTo>
                <a:cubicBezTo>
                  <a:pt x="122108" y="35818"/>
                  <a:pt x="124921" y="37211"/>
                  <a:pt x="127600" y="39300"/>
                </a:cubicBezTo>
                <a:cubicBezTo>
                  <a:pt x="128511" y="35925"/>
                  <a:pt x="129234" y="33045"/>
                  <a:pt x="129770" y="30661"/>
                </a:cubicBezTo>
                <a:cubicBezTo>
                  <a:pt x="130306" y="28276"/>
                  <a:pt x="130748" y="26080"/>
                  <a:pt x="131096" y="24070"/>
                </a:cubicBezTo>
                <a:cubicBezTo>
                  <a:pt x="131444" y="22061"/>
                  <a:pt x="131618" y="20387"/>
                  <a:pt x="131618" y="19047"/>
                </a:cubicBezTo>
                <a:cubicBezTo>
                  <a:pt x="131618" y="17922"/>
                  <a:pt x="131471" y="16985"/>
                  <a:pt x="131176" y="16234"/>
                </a:cubicBezTo>
                <a:cubicBezTo>
                  <a:pt x="130882" y="15484"/>
                  <a:pt x="130359" y="14868"/>
                  <a:pt x="129609" y="14386"/>
                </a:cubicBezTo>
                <a:cubicBezTo>
                  <a:pt x="128859" y="13904"/>
                  <a:pt x="127801" y="13555"/>
                  <a:pt x="126434" y="13341"/>
                </a:cubicBezTo>
                <a:cubicBezTo>
                  <a:pt x="125068" y="13127"/>
                  <a:pt x="123340" y="12966"/>
                  <a:pt x="121251" y="12859"/>
                </a:cubicBezTo>
                <a:lnTo>
                  <a:pt x="122296" y="7394"/>
                </a:lnTo>
                <a:lnTo>
                  <a:pt x="146245" y="6429"/>
                </a:lnTo>
                <a:lnTo>
                  <a:pt x="150344" y="6429"/>
                </a:lnTo>
                <a:lnTo>
                  <a:pt x="131699" y="88405"/>
                </a:lnTo>
                <a:moveTo>
                  <a:pt x="120849" y="70644"/>
                </a:moveTo>
                <a:cubicBezTo>
                  <a:pt x="121438" y="67751"/>
                  <a:pt x="121974" y="64857"/>
                  <a:pt x="122456" y="61964"/>
                </a:cubicBezTo>
                <a:cubicBezTo>
                  <a:pt x="122938" y="59071"/>
                  <a:pt x="123180" y="56419"/>
                  <a:pt x="123180" y="54008"/>
                </a:cubicBezTo>
                <a:cubicBezTo>
                  <a:pt x="123180" y="49668"/>
                  <a:pt x="122202" y="46587"/>
                  <a:pt x="120246" y="44765"/>
                </a:cubicBezTo>
                <a:cubicBezTo>
                  <a:pt x="118290" y="42944"/>
                  <a:pt x="115170" y="42033"/>
                  <a:pt x="110883" y="42033"/>
                </a:cubicBezTo>
                <a:cubicBezTo>
                  <a:pt x="107722" y="42033"/>
                  <a:pt x="104789" y="42716"/>
                  <a:pt x="102083" y="44082"/>
                </a:cubicBezTo>
                <a:cubicBezTo>
                  <a:pt x="99377" y="45448"/>
                  <a:pt x="96899" y="47324"/>
                  <a:pt x="94649" y="49708"/>
                </a:cubicBezTo>
                <a:cubicBezTo>
                  <a:pt x="92398" y="52092"/>
                  <a:pt x="90389" y="54851"/>
                  <a:pt x="88621" y="57986"/>
                </a:cubicBezTo>
                <a:cubicBezTo>
                  <a:pt x="86853" y="61120"/>
                  <a:pt x="85366" y="64469"/>
                  <a:pt x="84161" y="68032"/>
                </a:cubicBezTo>
                <a:cubicBezTo>
                  <a:pt x="82955" y="71595"/>
                  <a:pt x="82044" y="75238"/>
                  <a:pt x="81428" y="78962"/>
                </a:cubicBezTo>
                <a:cubicBezTo>
                  <a:pt x="80812" y="82686"/>
                  <a:pt x="80504" y="86316"/>
                  <a:pt x="80504" y="89852"/>
                </a:cubicBezTo>
                <a:cubicBezTo>
                  <a:pt x="80504" y="95638"/>
                  <a:pt x="81321" y="99938"/>
                  <a:pt x="82955" y="102751"/>
                </a:cubicBezTo>
                <a:cubicBezTo>
                  <a:pt x="84589" y="105564"/>
                  <a:pt x="87228" y="106970"/>
                  <a:pt x="90871" y="106970"/>
                </a:cubicBezTo>
                <a:cubicBezTo>
                  <a:pt x="93336" y="106970"/>
                  <a:pt x="96069" y="106140"/>
                  <a:pt x="99069" y="104479"/>
                </a:cubicBezTo>
                <a:cubicBezTo>
                  <a:pt x="102069" y="102818"/>
                  <a:pt x="104976" y="100420"/>
                  <a:pt x="107789" y="97286"/>
                </a:cubicBezTo>
                <a:cubicBezTo>
                  <a:pt x="110602" y="94152"/>
                  <a:pt x="113187" y="90334"/>
                  <a:pt x="115545" y="85834"/>
                </a:cubicBezTo>
                <a:cubicBezTo>
                  <a:pt x="117902" y="81333"/>
                  <a:pt x="119670" y="76270"/>
                  <a:pt x="120849" y="70644"/>
                </a:cubicBezTo>
                <a:close/>
                <a:moveTo>
                  <a:pt x="205624" y="75466"/>
                </a:moveTo>
                <a:cubicBezTo>
                  <a:pt x="205624" y="57356"/>
                  <a:pt x="202623" y="42314"/>
                  <a:pt x="196623" y="30339"/>
                </a:cubicBezTo>
                <a:cubicBezTo>
                  <a:pt x="190622" y="18364"/>
                  <a:pt x="181326" y="10314"/>
                  <a:pt x="168735" y="6188"/>
                </a:cubicBezTo>
                <a:lnTo>
                  <a:pt x="170905" y="0"/>
                </a:lnTo>
                <a:cubicBezTo>
                  <a:pt x="186550" y="4126"/>
                  <a:pt x="198565" y="13033"/>
                  <a:pt x="206950" y="26723"/>
                </a:cubicBezTo>
                <a:cubicBezTo>
                  <a:pt x="215335" y="40412"/>
                  <a:pt x="219528" y="56928"/>
                  <a:pt x="219528" y="76270"/>
                </a:cubicBezTo>
                <a:cubicBezTo>
                  <a:pt x="219528" y="95665"/>
                  <a:pt x="215348" y="112181"/>
                  <a:pt x="206990" y="125817"/>
                </a:cubicBezTo>
                <a:cubicBezTo>
                  <a:pt x="198632" y="139453"/>
                  <a:pt x="186603" y="148333"/>
                  <a:pt x="170905" y="152459"/>
                </a:cubicBezTo>
                <a:lnTo>
                  <a:pt x="168976" y="146271"/>
                </a:lnTo>
                <a:cubicBezTo>
                  <a:pt x="181353" y="142145"/>
                  <a:pt x="190555" y="134001"/>
                  <a:pt x="196582" y="121839"/>
                </a:cubicBezTo>
                <a:cubicBezTo>
                  <a:pt x="202610" y="109676"/>
                  <a:pt x="205624" y="94219"/>
                  <a:pt x="205624" y="754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∥">
            <a:extLst xmlns:a="http://schemas.openxmlformats.org/drawingml/2006/main">
              <a:ext uri="{FF2B5EF4-FFF2-40B4-BE49-F238E27FC236}">
                <a16:creationId xmlns:a16="http://schemas.microsoft.com/office/drawing/2014/main" id="{8E5A588C-9C67-49A2-A44D-BF98E2B2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1786" y="2564401"/>
            <a:ext cx="55716" cy="172324"/>
          </a:xfrm>
          <a:custGeom xmlns:a="http://schemas.openxmlformats.org/drawingml/2006/main">
            <a:pathLst>
              <a:path w="55716" h="172324">
                <a:moveTo>
                  <a:pt x="17177" y="172324"/>
                </a:moveTo>
                <a:lnTo>
                  <a:pt x="0" y="172324"/>
                </a:lnTo>
                <a:lnTo>
                  <a:pt x="0" y="0"/>
                </a:lnTo>
                <a:lnTo>
                  <a:pt x="17177" y="0"/>
                </a:lnTo>
                <a:lnTo>
                  <a:pt x="17177" y="172324"/>
                </a:lnTo>
                <a:moveTo>
                  <a:pt x="55716" y="172324"/>
                </a:moveTo>
                <a:lnTo>
                  <a:pt x="38539" y="172324"/>
                </a:lnTo>
                <a:lnTo>
                  <a:pt x="38539" y="0"/>
                </a:lnTo>
                <a:lnTo>
                  <a:pt x="55716" y="0"/>
                </a:lnTo>
                <a:lnTo>
                  <a:pt x="55716" y="1723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2">
            <a:extLst xmlns:a="http://schemas.openxmlformats.org/drawingml/2006/main">
              <a:ext uri="{FF2B5EF4-FFF2-40B4-BE49-F238E27FC236}">
                <a16:creationId xmlns:a16="http://schemas.microsoft.com/office/drawing/2014/main" id="{2D062594-64B7-4B24-AD5A-5B5435C2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545" y="2527680"/>
            <a:ext cx="69599" cy="104077"/>
          </a:xfrm>
          <a:custGeom xmlns:a="http://schemas.openxmlformats.org/drawingml/2006/main">
            <a:pathLst>
              <a:path w="69599" h="104077">
                <a:moveTo>
                  <a:pt x="47417" y="90977"/>
                </a:moveTo>
                <a:cubicBezTo>
                  <a:pt x="49936" y="90977"/>
                  <a:pt x="51945" y="90883"/>
                  <a:pt x="53445" y="90696"/>
                </a:cubicBezTo>
                <a:cubicBezTo>
                  <a:pt x="54945" y="90508"/>
                  <a:pt x="56191" y="90093"/>
                  <a:pt x="57182" y="89450"/>
                </a:cubicBezTo>
                <a:cubicBezTo>
                  <a:pt x="58173" y="88807"/>
                  <a:pt x="59017" y="87829"/>
                  <a:pt x="59714" y="86517"/>
                </a:cubicBezTo>
                <a:cubicBezTo>
                  <a:pt x="60410" y="85204"/>
                  <a:pt x="61214" y="83396"/>
                  <a:pt x="62125" y="81092"/>
                </a:cubicBezTo>
                <a:lnTo>
                  <a:pt x="69599" y="81092"/>
                </a:lnTo>
                <a:cubicBezTo>
                  <a:pt x="69331" y="84896"/>
                  <a:pt x="69077" y="88727"/>
                  <a:pt x="68836" y="92584"/>
                </a:cubicBezTo>
                <a:cubicBezTo>
                  <a:pt x="68595" y="96442"/>
                  <a:pt x="68340" y="100273"/>
                  <a:pt x="68072" y="104077"/>
                </a:cubicBezTo>
                <a:lnTo>
                  <a:pt x="0" y="104077"/>
                </a:lnTo>
                <a:lnTo>
                  <a:pt x="0" y="99898"/>
                </a:lnTo>
                <a:cubicBezTo>
                  <a:pt x="1286" y="97005"/>
                  <a:pt x="2786" y="94152"/>
                  <a:pt x="4501" y="91339"/>
                </a:cubicBezTo>
                <a:cubicBezTo>
                  <a:pt x="6215" y="88526"/>
                  <a:pt x="8144" y="85673"/>
                  <a:pt x="10287" y="82780"/>
                </a:cubicBezTo>
                <a:cubicBezTo>
                  <a:pt x="12430" y="79886"/>
                  <a:pt x="14868" y="76899"/>
                  <a:pt x="17601" y="73818"/>
                </a:cubicBezTo>
                <a:cubicBezTo>
                  <a:pt x="20333" y="70738"/>
                  <a:pt x="23360" y="67536"/>
                  <a:pt x="26682" y="64214"/>
                </a:cubicBezTo>
                <a:cubicBezTo>
                  <a:pt x="31719" y="59178"/>
                  <a:pt x="35818" y="54878"/>
                  <a:pt x="38979" y="51315"/>
                </a:cubicBezTo>
                <a:cubicBezTo>
                  <a:pt x="42140" y="47752"/>
                  <a:pt x="44631" y="44578"/>
                  <a:pt x="46453" y="41792"/>
                </a:cubicBezTo>
                <a:cubicBezTo>
                  <a:pt x="48275" y="39005"/>
                  <a:pt x="49520" y="36434"/>
                  <a:pt x="50190" y="34076"/>
                </a:cubicBezTo>
                <a:cubicBezTo>
                  <a:pt x="50860" y="31719"/>
                  <a:pt x="51195" y="29201"/>
                  <a:pt x="51195" y="26522"/>
                </a:cubicBezTo>
                <a:cubicBezTo>
                  <a:pt x="51195" y="23789"/>
                  <a:pt x="50806" y="21271"/>
                  <a:pt x="50029" y="18967"/>
                </a:cubicBezTo>
                <a:cubicBezTo>
                  <a:pt x="49252" y="16663"/>
                  <a:pt x="48141" y="14707"/>
                  <a:pt x="46694" y="13100"/>
                </a:cubicBezTo>
                <a:cubicBezTo>
                  <a:pt x="45247" y="11493"/>
                  <a:pt x="43412" y="10234"/>
                  <a:pt x="41189" y="9323"/>
                </a:cubicBezTo>
                <a:cubicBezTo>
                  <a:pt x="38965" y="8412"/>
                  <a:pt x="36407" y="7956"/>
                  <a:pt x="33514" y="7956"/>
                </a:cubicBezTo>
                <a:cubicBezTo>
                  <a:pt x="28531" y="7956"/>
                  <a:pt x="24352" y="9309"/>
                  <a:pt x="20976" y="12015"/>
                </a:cubicBezTo>
                <a:cubicBezTo>
                  <a:pt x="17601" y="14721"/>
                  <a:pt x="14975" y="18645"/>
                  <a:pt x="13100" y="23789"/>
                </a:cubicBezTo>
                <a:lnTo>
                  <a:pt x="2572" y="23789"/>
                </a:lnTo>
                <a:lnTo>
                  <a:pt x="2572" y="8117"/>
                </a:lnTo>
                <a:cubicBezTo>
                  <a:pt x="9430" y="5278"/>
                  <a:pt x="15739" y="3215"/>
                  <a:pt x="21499" y="1929"/>
                </a:cubicBezTo>
                <a:cubicBezTo>
                  <a:pt x="27258" y="643"/>
                  <a:pt x="32442" y="0"/>
                  <a:pt x="37050" y="0"/>
                </a:cubicBezTo>
                <a:cubicBezTo>
                  <a:pt x="42622" y="0"/>
                  <a:pt x="47377" y="630"/>
                  <a:pt x="51315" y="1889"/>
                </a:cubicBezTo>
                <a:cubicBezTo>
                  <a:pt x="55253" y="3148"/>
                  <a:pt x="58455" y="4849"/>
                  <a:pt x="60919" y="6992"/>
                </a:cubicBezTo>
                <a:cubicBezTo>
                  <a:pt x="63384" y="9135"/>
                  <a:pt x="65165" y="11707"/>
                  <a:pt x="66264" y="14707"/>
                </a:cubicBezTo>
                <a:cubicBezTo>
                  <a:pt x="67362" y="17708"/>
                  <a:pt x="67911" y="20949"/>
                  <a:pt x="67911" y="24432"/>
                </a:cubicBezTo>
                <a:cubicBezTo>
                  <a:pt x="67911" y="26522"/>
                  <a:pt x="67764" y="28464"/>
                  <a:pt x="67469" y="30259"/>
                </a:cubicBezTo>
                <a:cubicBezTo>
                  <a:pt x="67175" y="32054"/>
                  <a:pt x="66666" y="33822"/>
                  <a:pt x="65942" y="35563"/>
                </a:cubicBezTo>
                <a:cubicBezTo>
                  <a:pt x="65219" y="37304"/>
                  <a:pt x="64268" y="39059"/>
                  <a:pt x="63089" y="40827"/>
                </a:cubicBezTo>
                <a:cubicBezTo>
                  <a:pt x="61911" y="42595"/>
                  <a:pt x="60437" y="44471"/>
                  <a:pt x="58669" y="46453"/>
                </a:cubicBezTo>
                <a:cubicBezTo>
                  <a:pt x="57330" y="48168"/>
                  <a:pt x="55588" y="50150"/>
                  <a:pt x="53445" y="52400"/>
                </a:cubicBezTo>
                <a:cubicBezTo>
                  <a:pt x="51302" y="54651"/>
                  <a:pt x="48958" y="57062"/>
                  <a:pt x="46413" y="59633"/>
                </a:cubicBezTo>
                <a:cubicBezTo>
                  <a:pt x="43868" y="62205"/>
                  <a:pt x="41202" y="64884"/>
                  <a:pt x="38416" y="67670"/>
                </a:cubicBezTo>
                <a:cubicBezTo>
                  <a:pt x="35630" y="70456"/>
                  <a:pt x="32924" y="73216"/>
                  <a:pt x="30299" y="75948"/>
                </a:cubicBezTo>
                <a:cubicBezTo>
                  <a:pt x="27674" y="78681"/>
                  <a:pt x="25262" y="81333"/>
                  <a:pt x="23066" y="83905"/>
                </a:cubicBezTo>
                <a:cubicBezTo>
                  <a:pt x="20869" y="86476"/>
                  <a:pt x="19074" y="88834"/>
                  <a:pt x="17681" y="90977"/>
                </a:cubicBezTo>
                <a:lnTo>
                  <a:pt x="47417" y="909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X">
            <a:extLst xmlns:a="http://schemas.openxmlformats.org/drawingml/2006/main">
              <a:ext uri="{FF2B5EF4-FFF2-40B4-BE49-F238E27FC236}">
                <a16:creationId xmlns:a16="http://schemas.microsoft.com/office/drawing/2014/main" id="{8F021140-A9A3-46D8-93C6-2E493DEA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083" y="838587"/>
            <a:ext cx="160039" cy="193665"/>
          </a:xfrm>
          <a:custGeom xmlns:a="http://schemas.openxmlformats.org/drawingml/2006/main">
            <a:pathLst>
              <a:path w="160039" h="193665">
                <a:moveTo>
                  <a:pt x="65264" y="0"/>
                </a:moveTo>
                <a:lnTo>
                  <a:pt x="65264" y="6952"/>
                </a:lnTo>
                <a:cubicBezTo>
                  <a:pt x="60724" y="7614"/>
                  <a:pt x="57461" y="8844"/>
                  <a:pt x="55475" y="10641"/>
                </a:cubicBezTo>
                <a:cubicBezTo>
                  <a:pt x="53488" y="12438"/>
                  <a:pt x="52495" y="14897"/>
                  <a:pt x="52495" y="18019"/>
                </a:cubicBezTo>
                <a:cubicBezTo>
                  <a:pt x="52495" y="20667"/>
                  <a:pt x="53394" y="23978"/>
                  <a:pt x="55191" y="27950"/>
                </a:cubicBezTo>
                <a:cubicBezTo>
                  <a:pt x="56988" y="31923"/>
                  <a:pt x="59542" y="36652"/>
                  <a:pt x="62852" y="42138"/>
                </a:cubicBezTo>
                <a:lnTo>
                  <a:pt x="83425" y="76615"/>
                </a:lnTo>
                <a:lnTo>
                  <a:pt x="103713" y="43841"/>
                </a:lnTo>
                <a:cubicBezTo>
                  <a:pt x="106740" y="38922"/>
                  <a:pt x="109010" y="34997"/>
                  <a:pt x="110524" y="32065"/>
                </a:cubicBezTo>
                <a:cubicBezTo>
                  <a:pt x="112037" y="29132"/>
                  <a:pt x="113101" y="26673"/>
                  <a:pt x="113716" y="24687"/>
                </a:cubicBezTo>
                <a:cubicBezTo>
                  <a:pt x="114331" y="22701"/>
                  <a:pt x="114638" y="20667"/>
                  <a:pt x="114638" y="18586"/>
                </a:cubicBezTo>
                <a:cubicBezTo>
                  <a:pt x="114638" y="15654"/>
                  <a:pt x="113787" y="13171"/>
                  <a:pt x="112084" y="11137"/>
                </a:cubicBezTo>
                <a:cubicBezTo>
                  <a:pt x="110382" y="9104"/>
                  <a:pt x="107544" y="7709"/>
                  <a:pt x="103572" y="6952"/>
                </a:cubicBezTo>
                <a:lnTo>
                  <a:pt x="103572" y="0"/>
                </a:lnTo>
                <a:lnTo>
                  <a:pt x="156209" y="0"/>
                </a:lnTo>
                <a:lnTo>
                  <a:pt x="156209" y="6952"/>
                </a:lnTo>
                <a:cubicBezTo>
                  <a:pt x="152709" y="8087"/>
                  <a:pt x="149564" y="9742"/>
                  <a:pt x="146774" y="11918"/>
                </a:cubicBezTo>
                <a:cubicBezTo>
                  <a:pt x="143983" y="14093"/>
                  <a:pt x="141004" y="17262"/>
                  <a:pt x="137835" y="21424"/>
                </a:cubicBezTo>
                <a:cubicBezTo>
                  <a:pt x="134667" y="25585"/>
                  <a:pt x="130150" y="32159"/>
                  <a:pt x="124286" y="41145"/>
                </a:cubicBezTo>
                <a:lnTo>
                  <a:pt x="92221" y="90802"/>
                </a:lnTo>
                <a:lnTo>
                  <a:pt x="128258" y="150108"/>
                </a:lnTo>
                <a:cubicBezTo>
                  <a:pt x="133366" y="158526"/>
                  <a:pt x="137031" y="164414"/>
                  <a:pt x="139254" y="167772"/>
                </a:cubicBezTo>
                <a:cubicBezTo>
                  <a:pt x="141477" y="171130"/>
                  <a:pt x="143558" y="173967"/>
                  <a:pt x="145497" y="176284"/>
                </a:cubicBezTo>
                <a:cubicBezTo>
                  <a:pt x="147436" y="178602"/>
                  <a:pt x="149517" y="180612"/>
                  <a:pt x="151739" y="182314"/>
                </a:cubicBezTo>
                <a:cubicBezTo>
                  <a:pt x="153962" y="184017"/>
                  <a:pt x="156729" y="185483"/>
                  <a:pt x="160039" y="186713"/>
                </a:cubicBezTo>
                <a:lnTo>
                  <a:pt x="160039" y="193665"/>
                </a:lnTo>
                <a:lnTo>
                  <a:pt x="97755" y="193665"/>
                </a:lnTo>
                <a:lnTo>
                  <a:pt x="97755" y="186713"/>
                </a:lnTo>
                <a:cubicBezTo>
                  <a:pt x="102105" y="185956"/>
                  <a:pt x="105321" y="184750"/>
                  <a:pt x="107402" y="183095"/>
                </a:cubicBezTo>
                <a:cubicBezTo>
                  <a:pt x="109483" y="181439"/>
                  <a:pt x="110524" y="178957"/>
                  <a:pt x="110524" y="175646"/>
                </a:cubicBezTo>
                <a:cubicBezTo>
                  <a:pt x="110524" y="172998"/>
                  <a:pt x="109838" y="170065"/>
                  <a:pt x="108466" y="166850"/>
                </a:cubicBezTo>
                <a:cubicBezTo>
                  <a:pt x="107095" y="163634"/>
                  <a:pt x="104990" y="159661"/>
                  <a:pt x="102153" y="154932"/>
                </a:cubicBezTo>
                <a:lnTo>
                  <a:pt x="76473" y="112084"/>
                </a:lnTo>
                <a:lnTo>
                  <a:pt x="49374" y="156492"/>
                </a:lnTo>
                <a:cubicBezTo>
                  <a:pt x="44834" y="163965"/>
                  <a:pt x="42564" y="170113"/>
                  <a:pt x="42564" y="174937"/>
                </a:cubicBezTo>
                <a:cubicBezTo>
                  <a:pt x="42564" y="178058"/>
                  <a:pt x="43415" y="180612"/>
                  <a:pt x="45117" y="182598"/>
                </a:cubicBezTo>
                <a:cubicBezTo>
                  <a:pt x="46820" y="184584"/>
                  <a:pt x="49658" y="185956"/>
                  <a:pt x="53630" y="186713"/>
                </a:cubicBezTo>
                <a:lnTo>
                  <a:pt x="53630" y="193665"/>
                </a:lnTo>
                <a:lnTo>
                  <a:pt x="0" y="193665"/>
                </a:lnTo>
                <a:lnTo>
                  <a:pt x="0" y="186713"/>
                </a:lnTo>
                <a:cubicBezTo>
                  <a:pt x="3500" y="185672"/>
                  <a:pt x="6385" y="184419"/>
                  <a:pt x="8655" y="182953"/>
                </a:cubicBezTo>
                <a:cubicBezTo>
                  <a:pt x="10925" y="181487"/>
                  <a:pt x="13100" y="179619"/>
                  <a:pt x="15181" y="177349"/>
                </a:cubicBezTo>
                <a:cubicBezTo>
                  <a:pt x="17262" y="175078"/>
                  <a:pt x="19579" y="172194"/>
                  <a:pt x="22133" y="168694"/>
                </a:cubicBezTo>
                <a:cubicBezTo>
                  <a:pt x="24687" y="165194"/>
                  <a:pt x="28754" y="159093"/>
                  <a:pt x="34335" y="150392"/>
                </a:cubicBezTo>
                <a:lnTo>
                  <a:pt x="67818" y="98180"/>
                </a:lnTo>
                <a:lnTo>
                  <a:pt x="27808" y="32348"/>
                </a:lnTo>
                <a:cubicBezTo>
                  <a:pt x="24025" y="26295"/>
                  <a:pt x="21164" y="21897"/>
                  <a:pt x="19225" y="19154"/>
                </a:cubicBezTo>
                <a:cubicBezTo>
                  <a:pt x="17286" y="16411"/>
                  <a:pt x="15488" y="14188"/>
                  <a:pt x="13833" y="12485"/>
                </a:cubicBezTo>
                <a:cubicBezTo>
                  <a:pt x="12178" y="10783"/>
                  <a:pt x="10688" y="9577"/>
                  <a:pt x="9364" y="8867"/>
                </a:cubicBezTo>
                <a:cubicBezTo>
                  <a:pt x="8040" y="8158"/>
                  <a:pt x="6526" y="7520"/>
                  <a:pt x="4824" y="6952"/>
                </a:cubicBezTo>
                <a:lnTo>
                  <a:pt x="4824" y="0"/>
                </a:lnTo>
                <a:lnTo>
                  <a:pt x="6526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𝑡">
            <a:extLst xmlns:a="http://schemas.openxmlformats.org/drawingml/2006/main">
              <a:ext uri="{FF2B5EF4-FFF2-40B4-BE49-F238E27FC236}">
                <a16:creationId xmlns:a16="http://schemas.microsoft.com/office/drawing/2014/main" id="{35C73FE9-7274-4A3B-A7AA-0A953D06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8145" y="961566"/>
            <a:ext cx="75542" cy="132173"/>
          </a:xfrm>
          <a:custGeom xmlns:a="http://schemas.openxmlformats.org/drawingml/2006/main">
            <a:pathLst>
              <a:path w="75542" h="132173">
                <a:moveTo>
                  <a:pt x="65463" y="110248"/>
                </a:moveTo>
                <a:cubicBezTo>
                  <a:pt x="61930" y="114197"/>
                  <a:pt x="58570" y="117556"/>
                  <a:pt x="55384" y="120327"/>
                </a:cubicBezTo>
                <a:cubicBezTo>
                  <a:pt x="52197" y="123098"/>
                  <a:pt x="49080" y="125367"/>
                  <a:pt x="46032" y="127133"/>
                </a:cubicBezTo>
                <a:cubicBezTo>
                  <a:pt x="42984" y="128900"/>
                  <a:pt x="39971" y="130181"/>
                  <a:pt x="36992" y="130978"/>
                </a:cubicBezTo>
                <a:cubicBezTo>
                  <a:pt x="34013" y="131775"/>
                  <a:pt x="30965" y="132173"/>
                  <a:pt x="27848" y="132173"/>
                </a:cubicBezTo>
                <a:cubicBezTo>
                  <a:pt x="19604" y="132173"/>
                  <a:pt x="13456" y="130233"/>
                  <a:pt x="9404" y="126354"/>
                </a:cubicBezTo>
                <a:cubicBezTo>
                  <a:pt x="5351" y="122475"/>
                  <a:pt x="3325" y="116760"/>
                  <a:pt x="3325" y="109209"/>
                </a:cubicBezTo>
                <a:cubicBezTo>
                  <a:pt x="3325" y="106646"/>
                  <a:pt x="3516" y="103823"/>
                  <a:pt x="3897" y="100740"/>
                </a:cubicBezTo>
                <a:cubicBezTo>
                  <a:pt x="4278" y="97658"/>
                  <a:pt x="4814" y="94662"/>
                  <a:pt x="5507" y="91752"/>
                </a:cubicBezTo>
                <a:lnTo>
                  <a:pt x="17872" y="37927"/>
                </a:lnTo>
                <a:lnTo>
                  <a:pt x="0" y="37927"/>
                </a:lnTo>
                <a:lnTo>
                  <a:pt x="2078" y="29926"/>
                </a:lnTo>
                <a:cubicBezTo>
                  <a:pt x="6235" y="29926"/>
                  <a:pt x="9473" y="29528"/>
                  <a:pt x="11794" y="28731"/>
                </a:cubicBezTo>
                <a:cubicBezTo>
                  <a:pt x="14114" y="27934"/>
                  <a:pt x="16071" y="26843"/>
                  <a:pt x="17665" y="25458"/>
                </a:cubicBezTo>
                <a:cubicBezTo>
                  <a:pt x="18704" y="24488"/>
                  <a:pt x="19708" y="23293"/>
                  <a:pt x="20678" y="21873"/>
                </a:cubicBezTo>
                <a:cubicBezTo>
                  <a:pt x="21648" y="20453"/>
                  <a:pt x="22618" y="18738"/>
                  <a:pt x="23587" y="16729"/>
                </a:cubicBezTo>
                <a:cubicBezTo>
                  <a:pt x="24557" y="14721"/>
                  <a:pt x="25544" y="12348"/>
                  <a:pt x="26549" y="9612"/>
                </a:cubicBezTo>
                <a:cubicBezTo>
                  <a:pt x="27553" y="6875"/>
                  <a:pt x="28679" y="3671"/>
                  <a:pt x="29926" y="0"/>
                </a:cubicBezTo>
                <a:lnTo>
                  <a:pt x="46136" y="0"/>
                </a:lnTo>
                <a:lnTo>
                  <a:pt x="40213" y="26393"/>
                </a:lnTo>
                <a:lnTo>
                  <a:pt x="75542" y="26393"/>
                </a:lnTo>
                <a:lnTo>
                  <a:pt x="73152" y="37927"/>
                </a:lnTo>
                <a:lnTo>
                  <a:pt x="37927" y="37927"/>
                </a:lnTo>
                <a:lnTo>
                  <a:pt x="27328" y="81465"/>
                </a:lnTo>
                <a:cubicBezTo>
                  <a:pt x="26635" y="84375"/>
                  <a:pt x="26064" y="86990"/>
                  <a:pt x="25614" y="89310"/>
                </a:cubicBezTo>
                <a:cubicBezTo>
                  <a:pt x="25163" y="91631"/>
                  <a:pt x="24800" y="93726"/>
                  <a:pt x="24523" y="95597"/>
                </a:cubicBezTo>
                <a:cubicBezTo>
                  <a:pt x="24246" y="97467"/>
                  <a:pt x="24055" y="99164"/>
                  <a:pt x="23951" y="100688"/>
                </a:cubicBezTo>
                <a:cubicBezTo>
                  <a:pt x="23847" y="102212"/>
                  <a:pt x="23795" y="103632"/>
                  <a:pt x="23795" y="104949"/>
                </a:cubicBezTo>
                <a:cubicBezTo>
                  <a:pt x="23795" y="109105"/>
                  <a:pt x="24661" y="112361"/>
                  <a:pt x="26393" y="114716"/>
                </a:cubicBezTo>
                <a:cubicBezTo>
                  <a:pt x="28125" y="117071"/>
                  <a:pt x="30965" y="118249"/>
                  <a:pt x="34914" y="118249"/>
                </a:cubicBezTo>
                <a:cubicBezTo>
                  <a:pt x="38239" y="118249"/>
                  <a:pt x="41772" y="117019"/>
                  <a:pt x="45512" y="114560"/>
                </a:cubicBezTo>
                <a:cubicBezTo>
                  <a:pt x="49253" y="112101"/>
                  <a:pt x="53513" y="108239"/>
                  <a:pt x="58293" y="102974"/>
                </a:cubicBezTo>
                <a:lnTo>
                  <a:pt x="65463" y="1102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,ϵ">
            <a:extLst xmlns:a="http://schemas.openxmlformats.org/drawingml/2006/main">
              <a:ext uri="{FF2B5EF4-FFF2-40B4-BE49-F238E27FC236}">
                <a16:creationId xmlns:a16="http://schemas.microsoft.com/office/drawing/2014/main" id="{DD0C4B04-5BB6-4B39-A0E9-605882A5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957" y="894203"/>
            <a:ext cx="227883" cy="177207"/>
          </a:xfrm>
          <a:custGeom xmlns:a="http://schemas.openxmlformats.org/drawingml/2006/main">
            <a:pathLst>
              <a:path w="227883" h="177207">
                <a:moveTo>
                  <a:pt x="40435" y="105132"/>
                </a:moveTo>
                <a:cubicBezTo>
                  <a:pt x="41760" y="111753"/>
                  <a:pt x="42422" y="118280"/>
                  <a:pt x="42422" y="124712"/>
                </a:cubicBezTo>
                <a:cubicBezTo>
                  <a:pt x="42422" y="131333"/>
                  <a:pt x="41287" y="137386"/>
                  <a:pt x="39017" y="142872"/>
                </a:cubicBezTo>
                <a:cubicBezTo>
                  <a:pt x="36747" y="148358"/>
                  <a:pt x="33129" y="153820"/>
                  <a:pt x="28163" y="159259"/>
                </a:cubicBezTo>
                <a:cubicBezTo>
                  <a:pt x="23197" y="164698"/>
                  <a:pt x="16363" y="170680"/>
                  <a:pt x="7661" y="177207"/>
                </a:cubicBezTo>
                <a:lnTo>
                  <a:pt x="0" y="168552"/>
                </a:lnTo>
                <a:cubicBezTo>
                  <a:pt x="4824" y="164012"/>
                  <a:pt x="8324" y="159921"/>
                  <a:pt x="10499" y="156280"/>
                </a:cubicBezTo>
                <a:cubicBezTo>
                  <a:pt x="12675" y="152638"/>
                  <a:pt x="14235" y="148500"/>
                  <a:pt x="15181" y="143865"/>
                </a:cubicBezTo>
                <a:cubicBezTo>
                  <a:pt x="16127" y="139230"/>
                  <a:pt x="16600" y="133413"/>
                  <a:pt x="16600" y="126414"/>
                </a:cubicBezTo>
                <a:cubicBezTo>
                  <a:pt x="16600" y="119226"/>
                  <a:pt x="16269" y="112132"/>
                  <a:pt x="15607" y="105132"/>
                </a:cubicBezTo>
                <a:lnTo>
                  <a:pt x="40435" y="105132"/>
                </a:lnTo>
                <a:close/>
                <a:moveTo>
                  <a:pt x="220222" y="60015"/>
                </a:moveTo>
                <a:lnTo>
                  <a:pt x="220222" y="74770"/>
                </a:lnTo>
                <a:lnTo>
                  <a:pt x="144742" y="74770"/>
                </a:lnTo>
                <a:lnTo>
                  <a:pt x="144600" y="76473"/>
                </a:lnTo>
                <a:cubicBezTo>
                  <a:pt x="144411" y="78932"/>
                  <a:pt x="144529" y="82148"/>
                  <a:pt x="144955" y="86120"/>
                </a:cubicBezTo>
                <a:cubicBezTo>
                  <a:pt x="145381" y="90093"/>
                  <a:pt x="145972" y="93475"/>
                  <a:pt x="146729" y="96265"/>
                </a:cubicBezTo>
                <a:cubicBezTo>
                  <a:pt x="147485" y="99055"/>
                  <a:pt x="148431" y="101703"/>
                  <a:pt x="149566" y="104210"/>
                </a:cubicBezTo>
                <a:cubicBezTo>
                  <a:pt x="150701" y="106717"/>
                  <a:pt x="151978" y="108963"/>
                  <a:pt x="153397" y="110949"/>
                </a:cubicBezTo>
                <a:cubicBezTo>
                  <a:pt x="154816" y="112936"/>
                  <a:pt x="156376" y="114733"/>
                  <a:pt x="158079" y="116341"/>
                </a:cubicBezTo>
                <a:cubicBezTo>
                  <a:pt x="159781" y="117949"/>
                  <a:pt x="161579" y="119344"/>
                  <a:pt x="163470" y="120526"/>
                </a:cubicBezTo>
                <a:cubicBezTo>
                  <a:pt x="165362" y="121708"/>
                  <a:pt x="167419" y="122749"/>
                  <a:pt x="169642" y="123647"/>
                </a:cubicBezTo>
                <a:cubicBezTo>
                  <a:pt x="171865" y="124546"/>
                  <a:pt x="174206" y="125208"/>
                  <a:pt x="176665" y="125634"/>
                </a:cubicBezTo>
                <a:cubicBezTo>
                  <a:pt x="179124" y="126059"/>
                  <a:pt x="181678" y="126272"/>
                  <a:pt x="184326" y="126272"/>
                </a:cubicBezTo>
                <a:cubicBezTo>
                  <a:pt x="191704" y="126272"/>
                  <a:pt x="198278" y="125752"/>
                  <a:pt x="204048" y="124712"/>
                </a:cubicBezTo>
                <a:cubicBezTo>
                  <a:pt x="209817" y="123671"/>
                  <a:pt x="216486" y="121779"/>
                  <a:pt x="224053" y="119036"/>
                </a:cubicBezTo>
                <a:lnTo>
                  <a:pt x="227741" y="130387"/>
                </a:lnTo>
                <a:cubicBezTo>
                  <a:pt x="219134" y="133981"/>
                  <a:pt x="211000" y="136535"/>
                  <a:pt x="203338" y="138048"/>
                </a:cubicBezTo>
                <a:cubicBezTo>
                  <a:pt x="195677" y="139562"/>
                  <a:pt x="187401" y="140318"/>
                  <a:pt x="178509" y="140318"/>
                </a:cubicBezTo>
                <a:cubicBezTo>
                  <a:pt x="166308" y="140318"/>
                  <a:pt x="155738" y="137764"/>
                  <a:pt x="146800" y="132657"/>
                </a:cubicBezTo>
                <a:cubicBezTo>
                  <a:pt x="137861" y="127549"/>
                  <a:pt x="131004" y="119911"/>
                  <a:pt x="126227" y="109743"/>
                </a:cubicBezTo>
                <a:cubicBezTo>
                  <a:pt x="121450" y="99575"/>
                  <a:pt x="119062" y="87255"/>
                  <a:pt x="119062" y="72784"/>
                </a:cubicBezTo>
                <a:cubicBezTo>
                  <a:pt x="119062" y="58974"/>
                  <a:pt x="121829" y="46465"/>
                  <a:pt x="127362" y="35257"/>
                </a:cubicBezTo>
                <a:cubicBezTo>
                  <a:pt x="132895" y="24048"/>
                  <a:pt x="140912" y="15370"/>
                  <a:pt x="151411" y="9222"/>
                </a:cubicBezTo>
                <a:cubicBezTo>
                  <a:pt x="161910" y="3074"/>
                  <a:pt x="174206" y="0"/>
                  <a:pt x="188299" y="0"/>
                </a:cubicBezTo>
                <a:cubicBezTo>
                  <a:pt x="195488" y="0"/>
                  <a:pt x="202109" y="497"/>
                  <a:pt x="208162" y="1490"/>
                </a:cubicBezTo>
                <a:cubicBezTo>
                  <a:pt x="214216" y="2483"/>
                  <a:pt x="220789" y="4256"/>
                  <a:pt x="227883" y="6810"/>
                </a:cubicBezTo>
                <a:lnTo>
                  <a:pt x="224053" y="18302"/>
                </a:lnTo>
                <a:cubicBezTo>
                  <a:pt x="217999" y="16694"/>
                  <a:pt x="212631" y="15559"/>
                  <a:pt x="207949" y="14897"/>
                </a:cubicBezTo>
                <a:cubicBezTo>
                  <a:pt x="203267" y="14235"/>
                  <a:pt x="198372" y="13904"/>
                  <a:pt x="193265" y="13904"/>
                </a:cubicBezTo>
                <a:cubicBezTo>
                  <a:pt x="185130" y="13904"/>
                  <a:pt x="177611" y="15583"/>
                  <a:pt x="170706" y="18941"/>
                </a:cubicBezTo>
                <a:cubicBezTo>
                  <a:pt x="163801" y="22299"/>
                  <a:pt x="158055" y="27477"/>
                  <a:pt x="153468" y="34477"/>
                </a:cubicBezTo>
                <a:cubicBezTo>
                  <a:pt x="148880" y="41476"/>
                  <a:pt x="146114" y="49989"/>
                  <a:pt x="145168" y="60015"/>
                </a:cubicBezTo>
                <a:lnTo>
                  <a:pt x="220222" y="600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𝑡">
            <a:extLst xmlns:a="http://schemas.openxmlformats.org/drawingml/2006/main">
              <a:ext uri="{FF2B5EF4-FFF2-40B4-BE49-F238E27FC236}">
                <a16:creationId xmlns:a16="http://schemas.microsoft.com/office/drawing/2014/main" id="{F1298270-F49D-482F-B1FA-8A7CC11C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071" y="961566"/>
            <a:ext cx="75542" cy="132173"/>
          </a:xfrm>
          <a:custGeom xmlns:a="http://schemas.openxmlformats.org/drawingml/2006/main">
            <a:pathLst>
              <a:path w="75542" h="132173">
                <a:moveTo>
                  <a:pt x="65463" y="110248"/>
                </a:moveTo>
                <a:cubicBezTo>
                  <a:pt x="61930" y="114197"/>
                  <a:pt x="58570" y="117556"/>
                  <a:pt x="55384" y="120327"/>
                </a:cubicBezTo>
                <a:cubicBezTo>
                  <a:pt x="52197" y="123098"/>
                  <a:pt x="49080" y="125367"/>
                  <a:pt x="46032" y="127133"/>
                </a:cubicBezTo>
                <a:cubicBezTo>
                  <a:pt x="42984" y="128900"/>
                  <a:pt x="39971" y="130181"/>
                  <a:pt x="36992" y="130978"/>
                </a:cubicBezTo>
                <a:cubicBezTo>
                  <a:pt x="34013" y="131775"/>
                  <a:pt x="30965" y="132173"/>
                  <a:pt x="27848" y="132173"/>
                </a:cubicBezTo>
                <a:cubicBezTo>
                  <a:pt x="19604" y="132173"/>
                  <a:pt x="13456" y="130233"/>
                  <a:pt x="9404" y="126354"/>
                </a:cubicBezTo>
                <a:cubicBezTo>
                  <a:pt x="5351" y="122475"/>
                  <a:pt x="3325" y="116760"/>
                  <a:pt x="3325" y="109209"/>
                </a:cubicBezTo>
                <a:cubicBezTo>
                  <a:pt x="3325" y="106646"/>
                  <a:pt x="3516" y="103823"/>
                  <a:pt x="3897" y="100740"/>
                </a:cubicBezTo>
                <a:cubicBezTo>
                  <a:pt x="4278" y="97658"/>
                  <a:pt x="4814" y="94662"/>
                  <a:pt x="5507" y="91752"/>
                </a:cubicBezTo>
                <a:lnTo>
                  <a:pt x="17872" y="37927"/>
                </a:lnTo>
                <a:lnTo>
                  <a:pt x="0" y="37927"/>
                </a:lnTo>
                <a:lnTo>
                  <a:pt x="2078" y="29926"/>
                </a:lnTo>
                <a:cubicBezTo>
                  <a:pt x="6235" y="29926"/>
                  <a:pt x="9473" y="29528"/>
                  <a:pt x="11794" y="28731"/>
                </a:cubicBezTo>
                <a:cubicBezTo>
                  <a:pt x="14114" y="27934"/>
                  <a:pt x="16071" y="26843"/>
                  <a:pt x="17665" y="25458"/>
                </a:cubicBezTo>
                <a:cubicBezTo>
                  <a:pt x="18704" y="24488"/>
                  <a:pt x="19708" y="23293"/>
                  <a:pt x="20678" y="21873"/>
                </a:cubicBezTo>
                <a:cubicBezTo>
                  <a:pt x="21648" y="20453"/>
                  <a:pt x="22618" y="18738"/>
                  <a:pt x="23587" y="16729"/>
                </a:cubicBezTo>
                <a:cubicBezTo>
                  <a:pt x="24557" y="14721"/>
                  <a:pt x="25544" y="12348"/>
                  <a:pt x="26549" y="9612"/>
                </a:cubicBezTo>
                <a:cubicBezTo>
                  <a:pt x="27553" y="6875"/>
                  <a:pt x="28679" y="3671"/>
                  <a:pt x="29926" y="0"/>
                </a:cubicBezTo>
                <a:lnTo>
                  <a:pt x="46136" y="0"/>
                </a:lnTo>
                <a:lnTo>
                  <a:pt x="40213" y="26393"/>
                </a:lnTo>
                <a:lnTo>
                  <a:pt x="75542" y="26393"/>
                </a:lnTo>
                <a:lnTo>
                  <a:pt x="73152" y="37927"/>
                </a:lnTo>
                <a:lnTo>
                  <a:pt x="37927" y="37927"/>
                </a:lnTo>
                <a:lnTo>
                  <a:pt x="27328" y="81465"/>
                </a:lnTo>
                <a:cubicBezTo>
                  <a:pt x="26635" y="84375"/>
                  <a:pt x="26064" y="86990"/>
                  <a:pt x="25614" y="89310"/>
                </a:cubicBezTo>
                <a:cubicBezTo>
                  <a:pt x="25163" y="91631"/>
                  <a:pt x="24800" y="93726"/>
                  <a:pt x="24523" y="95597"/>
                </a:cubicBezTo>
                <a:cubicBezTo>
                  <a:pt x="24246" y="97467"/>
                  <a:pt x="24055" y="99164"/>
                  <a:pt x="23951" y="100688"/>
                </a:cubicBezTo>
                <a:cubicBezTo>
                  <a:pt x="23847" y="102212"/>
                  <a:pt x="23795" y="103632"/>
                  <a:pt x="23795" y="104949"/>
                </a:cubicBezTo>
                <a:cubicBezTo>
                  <a:pt x="23795" y="109105"/>
                  <a:pt x="24661" y="112361"/>
                  <a:pt x="26393" y="114716"/>
                </a:cubicBezTo>
                <a:cubicBezTo>
                  <a:pt x="28125" y="117071"/>
                  <a:pt x="30965" y="118249"/>
                  <a:pt x="34914" y="118249"/>
                </a:cubicBezTo>
                <a:cubicBezTo>
                  <a:pt x="38239" y="118249"/>
                  <a:pt x="41772" y="117019"/>
                  <a:pt x="45512" y="114560"/>
                </a:cubicBezTo>
                <a:cubicBezTo>
                  <a:pt x="49253" y="112101"/>
                  <a:pt x="53513" y="108239"/>
                  <a:pt x="58293" y="102974"/>
                </a:cubicBezTo>
                <a:lnTo>
                  <a:pt x="65463" y="1102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5E6B11-423F-4765-8797-EF39F3E8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577" y="4714431"/>
            <a:ext cx="595198" cy="97191"/>
          </a:xfrm>
          <a:custGeom xmlns:a="http://schemas.openxmlformats.org/drawingml/2006/main">
            <a:pathLst>
              <a:path w="595198" h="97191">
                <a:moveTo>
                  <a:pt x="432" y="24657"/>
                </a:moveTo>
                <a:lnTo>
                  <a:pt x="0" y="57057"/>
                </a:lnTo>
                <a:lnTo>
                  <a:pt x="497744" y="64799"/>
                </a:lnTo>
                <a:lnTo>
                  <a:pt x="497240" y="97191"/>
                </a:lnTo>
                <a:lnTo>
                  <a:pt x="595198" y="50113"/>
                </a:lnTo>
                <a:lnTo>
                  <a:pt x="498752" y="0"/>
                </a:lnTo>
                <a:lnTo>
                  <a:pt x="498248" y="32398"/>
                </a:lnTo>
                <a:lnTo>
                  <a:pt x="432" y="246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8a99cf1c44cc7"/>
          <a:stretch xmlns:a="http://schemas.openxmlformats.org/drawingml/2006/main"/>
        </p:blipFill>
        <p:spPr>
          <a:xfrm xmlns:a="http://schemas.openxmlformats.org/drawingml/2006/main">
            <a:off x="729323" y="1232055"/>
            <a:ext cx="1359526" cy="1359526"/>
          </a:xfrm>
          <a:prstGeom xmlns:a="http://schemas.openxmlformats.org/drawingml/2006/main" prst="rect">
            <a:avLst/>
          </a:prstGeom>
        </p:spPr>
      </p:pic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A22984-B8FD-4AB0-9654-42279C7C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73" y="1227951"/>
            <a:ext cx="1367626" cy="1367626"/>
          </a:xfrm>
          <a:custGeom xmlns:a="http://schemas.openxmlformats.org/drawingml/2006/main">
            <a:pathLst>
              <a:path w="1367626" h="1367626" fill="none">
                <a:moveTo>
                  <a:pt x="0" y="1367626"/>
                </a:moveTo>
                <a:lnTo>
                  <a:pt x="1367626" y="1367626"/>
                </a:lnTo>
                <a:lnTo>
                  <a:pt x="1367626" y="0"/>
                </a:lnTo>
                <a:lnTo>
                  <a:pt x="0" y="0"/>
                </a:lnTo>
                <a:lnTo>
                  <a:pt x="0" y="13676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00" cap="flat">
            <a:solidFill>
              <a:srgbClr val="000000"/>
            </a:solidFill>
            <a:round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5255e4c264aa5"/>
          <a:stretch xmlns:a="http://schemas.openxmlformats.org/drawingml/2006/main"/>
        </p:blipFill>
        <p:spPr>
          <a:xfrm xmlns:a="http://schemas.openxmlformats.org/drawingml/2006/main">
            <a:off x="2992176" y="981923"/>
            <a:ext cx="488600" cy="488600"/>
          </a:xfrm>
          <a:prstGeom xmlns:a="http://schemas.openxmlformats.org/drawingml/2006/main" prst="rect">
            <a:avLst/>
          </a:prstGeom>
        </p:spPr>
      </p:pic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5D7894-C30E-4146-BF38-9A3B98A2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072" y="977819"/>
            <a:ext cx="496700" cy="496700"/>
          </a:xfrm>
          <a:custGeom xmlns:a="http://schemas.openxmlformats.org/drawingml/2006/main">
            <a:pathLst>
              <a:path w="496700" h="496700" fill="none">
                <a:moveTo>
                  <a:pt x="0" y="496700"/>
                </a:moveTo>
                <a:lnTo>
                  <a:pt x="496700" y="496700"/>
                </a:lnTo>
                <a:lnTo>
                  <a:pt x="496700" y="0"/>
                </a:lnTo>
                <a:lnTo>
                  <a:pt x="0" y="0"/>
                </a:lnTo>
                <a:lnTo>
                  <a:pt x="0" y="4967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00" cap="flat">
            <a:solidFill>
              <a:srgbClr val="000000"/>
            </a:solidFill>
            <a:round/>
          </a:ln>
        </p:spPr>
      </p:sp>
      <p:pic>
        <p:nvPicPr>
          <p:cNvPr id="2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cfbb31c6d4485"/>
          <a:stretch xmlns:a="http://schemas.openxmlformats.org/drawingml/2006/main"/>
        </p:blipFill>
        <p:spPr>
          <a:xfrm xmlns:a="http://schemas.openxmlformats.org/drawingml/2006/main">
            <a:off x="2992176" y="1567076"/>
            <a:ext cx="488600" cy="488600"/>
          </a:xfrm>
          <a:prstGeom xmlns:a="http://schemas.openxmlformats.org/drawingml/2006/main" prst="rect">
            <a:avLst/>
          </a:prstGeom>
        </p:spPr>
      </p:pic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7B2466-9CD5-4020-BB01-43E64843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072" y="1562324"/>
            <a:ext cx="496700" cy="497996"/>
          </a:xfrm>
          <a:custGeom xmlns:a="http://schemas.openxmlformats.org/drawingml/2006/main">
            <a:pathLst>
              <a:path w="496700" h="497996" fill="none">
                <a:moveTo>
                  <a:pt x="0" y="497996"/>
                </a:moveTo>
                <a:lnTo>
                  <a:pt x="496700" y="497996"/>
                </a:lnTo>
                <a:lnTo>
                  <a:pt x="496700" y="0"/>
                </a:lnTo>
                <a:lnTo>
                  <a:pt x="0" y="0"/>
                </a:lnTo>
                <a:lnTo>
                  <a:pt x="0" y="4979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00" cap="flat">
            <a:solidFill>
              <a:srgbClr val="000000"/>
            </a:solidFill>
            <a:round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9474d72f54d36"/>
          <a:stretch xmlns:a="http://schemas.openxmlformats.org/drawingml/2006/main"/>
        </p:blipFill>
        <p:spPr>
          <a:xfrm xmlns:a="http://schemas.openxmlformats.org/drawingml/2006/main">
            <a:off x="2979864" y="2165190"/>
            <a:ext cx="488600" cy="488600"/>
          </a:xfrm>
          <a:prstGeom xmlns:a="http://schemas.openxmlformats.org/drawingml/2006/main" prst="rect">
            <a:avLst/>
          </a:prstGeom>
        </p:spPr>
      </p:pic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8DF0F0-2401-45B3-965C-674334FE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112" y="2161086"/>
            <a:ext cx="497996" cy="496700"/>
          </a:xfrm>
          <a:custGeom xmlns:a="http://schemas.openxmlformats.org/drawingml/2006/main">
            <a:pathLst>
              <a:path w="497996" h="496700" fill="none">
                <a:moveTo>
                  <a:pt x="0" y="496700"/>
                </a:moveTo>
                <a:lnTo>
                  <a:pt x="497996" y="496700"/>
                </a:lnTo>
                <a:lnTo>
                  <a:pt x="497996" y="0"/>
                </a:lnTo>
                <a:lnTo>
                  <a:pt x="0" y="0"/>
                </a:lnTo>
                <a:lnTo>
                  <a:pt x="0" y="4967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00" cap="flat">
            <a:solidFill>
              <a:srgbClr val="000000"/>
            </a:solidFill>
            <a:round/>
          </a:ln>
        </p:spPr>
      </p:sp>
      <p:pic>
        <p:nvPicPr>
          <p:cNvPr id="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e9a655b0a42a5"/>
          <a:stretch xmlns:a="http://schemas.openxmlformats.org/drawingml/2006/main"/>
        </p:blipFill>
        <p:spPr>
          <a:xfrm xmlns:a="http://schemas.openxmlformats.org/drawingml/2006/main">
            <a:off x="2988288" y="2755528"/>
            <a:ext cx="488600" cy="488600"/>
          </a:xfrm>
          <a:prstGeom xmlns:a="http://schemas.openxmlformats.org/drawingml/2006/main" prst="rect">
            <a:avLst/>
          </a:prstGeom>
        </p:spPr>
      </p:pic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19A5F8-2CD0-4DF5-B440-5EAB5917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184" y="2750776"/>
            <a:ext cx="496700" cy="497996"/>
          </a:xfrm>
          <a:custGeom xmlns:a="http://schemas.openxmlformats.org/drawingml/2006/main">
            <a:pathLst>
              <a:path w="496700" h="497996" fill="none">
                <a:moveTo>
                  <a:pt x="0" y="497996"/>
                </a:moveTo>
                <a:lnTo>
                  <a:pt x="496700" y="497996"/>
                </a:lnTo>
                <a:lnTo>
                  <a:pt x="496700" y="0"/>
                </a:lnTo>
                <a:lnTo>
                  <a:pt x="0" y="0"/>
                </a:lnTo>
                <a:lnTo>
                  <a:pt x="0" y="4979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00" cap="flat">
            <a:solidFill>
              <a:srgbClr val="000000"/>
            </a:solidFill>
            <a:round/>
          </a:ln>
        </p:spPr>
      </p:sp>
      <p:sp>
        <p:nvSpPr>
          <p:cNvPr id="115" name="Text X">
            <a:extLst xmlns:a="http://schemas.openxmlformats.org/drawingml/2006/main">
              <a:ext uri="{FF2B5EF4-FFF2-40B4-BE49-F238E27FC236}">
                <a16:creationId xmlns:a16="http://schemas.microsoft.com/office/drawing/2014/main" id="{782FF7AB-9CE5-4C64-841B-B2515D34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823" y="537964"/>
            <a:ext cx="124205" cy="150302"/>
          </a:xfrm>
          <a:custGeom xmlns:a="http://schemas.openxmlformats.org/drawingml/2006/main">
            <a:pathLst>
              <a:path w="124205" h="150302">
                <a:moveTo>
                  <a:pt x="50651" y="0"/>
                </a:moveTo>
                <a:lnTo>
                  <a:pt x="50651" y="5395"/>
                </a:lnTo>
                <a:cubicBezTo>
                  <a:pt x="47128" y="5909"/>
                  <a:pt x="44595" y="6864"/>
                  <a:pt x="43053" y="8258"/>
                </a:cubicBezTo>
                <a:cubicBezTo>
                  <a:pt x="41512" y="9653"/>
                  <a:pt x="40741" y="11562"/>
                  <a:pt x="40741" y="13984"/>
                </a:cubicBezTo>
                <a:cubicBezTo>
                  <a:pt x="40741" y="16040"/>
                  <a:pt x="41438" y="18609"/>
                  <a:pt x="42833" y="21692"/>
                </a:cubicBezTo>
                <a:cubicBezTo>
                  <a:pt x="44228" y="24775"/>
                  <a:pt x="46210" y="28445"/>
                  <a:pt x="48779" y="32703"/>
                </a:cubicBezTo>
                <a:lnTo>
                  <a:pt x="64745" y="59460"/>
                </a:lnTo>
                <a:lnTo>
                  <a:pt x="80491" y="34024"/>
                </a:lnTo>
                <a:cubicBezTo>
                  <a:pt x="82840" y="30207"/>
                  <a:pt x="84602" y="27161"/>
                  <a:pt x="85777" y="24885"/>
                </a:cubicBezTo>
                <a:cubicBezTo>
                  <a:pt x="86951" y="22609"/>
                  <a:pt x="87777" y="20701"/>
                  <a:pt x="88254" y="19159"/>
                </a:cubicBezTo>
                <a:cubicBezTo>
                  <a:pt x="88731" y="17618"/>
                  <a:pt x="88970" y="16040"/>
                  <a:pt x="88970" y="14425"/>
                </a:cubicBezTo>
                <a:cubicBezTo>
                  <a:pt x="88970" y="12149"/>
                  <a:pt x="88309" y="10222"/>
                  <a:pt x="86988" y="8644"/>
                </a:cubicBezTo>
                <a:cubicBezTo>
                  <a:pt x="85666" y="7065"/>
                  <a:pt x="83464" y="5983"/>
                  <a:pt x="80381" y="5395"/>
                </a:cubicBezTo>
                <a:lnTo>
                  <a:pt x="80381" y="0"/>
                </a:lnTo>
                <a:lnTo>
                  <a:pt x="121232" y="0"/>
                </a:lnTo>
                <a:lnTo>
                  <a:pt x="121232" y="5395"/>
                </a:lnTo>
                <a:cubicBezTo>
                  <a:pt x="118516" y="6276"/>
                  <a:pt x="116076" y="7561"/>
                  <a:pt x="113910" y="9249"/>
                </a:cubicBezTo>
                <a:cubicBezTo>
                  <a:pt x="111744" y="10938"/>
                  <a:pt x="109432" y="13397"/>
                  <a:pt x="106973" y="16627"/>
                </a:cubicBezTo>
                <a:cubicBezTo>
                  <a:pt x="104514" y="19857"/>
                  <a:pt x="101009" y="24959"/>
                  <a:pt x="96457" y="31932"/>
                </a:cubicBezTo>
                <a:lnTo>
                  <a:pt x="71572" y="70471"/>
                </a:lnTo>
                <a:lnTo>
                  <a:pt x="99540" y="116498"/>
                </a:lnTo>
                <a:cubicBezTo>
                  <a:pt x="103504" y="123031"/>
                  <a:pt x="106349" y="127600"/>
                  <a:pt x="108074" y="130206"/>
                </a:cubicBezTo>
                <a:cubicBezTo>
                  <a:pt x="109799" y="132812"/>
                  <a:pt x="111414" y="135015"/>
                  <a:pt x="112919" y="136813"/>
                </a:cubicBezTo>
                <a:cubicBezTo>
                  <a:pt x="114424" y="138612"/>
                  <a:pt x="116039" y="140171"/>
                  <a:pt x="117764" y="141493"/>
                </a:cubicBezTo>
                <a:cubicBezTo>
                  <a:pt x="119489" y="142814"/>
                  <a:pt x="121636" y="143952"/>
                  <a:pt x="124205" y="144906"/>
                </a:cubicBezTo>
                <a:lnTo>
                  <a:pt x="124205" y="150302"/>
                </a:lnTo>
                <a:lnTo>
                  <a:pt x="75867" y="150302"/>
                </a:lnTo>
                <a:lnTo>
                  <a:pt x="75867" y="144906"/>
                </a:lnTo>
                <a:cubicBezTo>
                  <a:pt x="79243" y="144319"/>
                  <a:pt x="81739" y="143383"/>
                  <a:pt x="83354" y="142098"/>
                </a:cubicBezTo>
                <a:cubicBezTo>
                  <a:pt x="84969" y="140814"/>
                  <a:pt x="85777" y="138887"/>
                  <a:pt x="85777" y="136318"/>
                </a:cubicBezTo>
                <a:cubicBezTo>
                  <a:pt x="85777" y="134262"/>
                  <a:pt x="85244" y="131987"/>
                  <a:pt x="84180" y="129491"/>
                </a:cubicBezTo>
                <a:cubicBezTo>
                  <a:pt x="83116" y="126995"/>
                  <a:pt x="81482" y="123912"/>
                  <a:pt x="79280" y="120241"/>
                </a:cubicBezTo>
                <a:lnTo>
                  <a:pt x="59350" y="86988"/>
                </a:lnTo>
                <a:lnTo>
                  <a:pt x="38319" y="121453"/>
                </a:lnTo>
                <a:cubicBezTo>
                  <a:pt x="34795" y="127252"/>
                  <a:pt x="33033" y="132023"/>
                  <a:pt x="33033" y="135767"/>
                </a:cubicBezTo>
                <a:cubicBezTo>
                  <a:pt x="33033" y="138189"/>
                  <a:pt x="33694" y="140171"/>
                  <a:pt x="35015" y="141713"/>
                </a:cubicBezTo>
                <a:cubicBezTo>
                  <a:pt x="36337" y="143255"/>
                  <a:pt x="38539" y="144319"/>
                  <a:pt x="41622" y="144906"/>
                </a:cubicBezTo>
                <a:lnTo>
                  <a:pt x="41622" y="150302"/>
                </a:lnTo>
                <a:lnTo>
                  <a:pt x="0" y="150302"/>
                </a:lnTo>
                <a:lnTo>
                  <a:pt x="0" y="144906"/>
                </a:lnTo>
                <a:cubicBezTo>
                  <a:pt x="2716" y="144099"/>
                  <a:pt x="4955" y="143126"/>
                  <a:pt x="6717" y="141988"/>
                </a:cubicBezTo>
                <a:cubicBezTo>
                  <a:pt x="8479" y="140851"/>
                  <a:pt x="10167" y="139401"/>
                  <a:pt x="11782" y="137639"/>
                </a:cubicBezTo>
                <a:cubicBezTo>
                  <a:pt x="13397" y="135877"/>
                  <a:pt x="15195" y="133638"/>
                  <a:pt x="17177" y="130922"/>
                </a:cubicBezTo>
                <a:cubicBezTo>
                  <a:pt x="19159" y="128206"/>
                  <a:pt x="22316" y="123471"/>
                  <a:pt x="26647" y="116718"/>
                </a:cubicBezTo>
                <a:lnTo>
                  <a:pt x="52633" y="76197"/>
                </a:lnTo>
                <a:lnTo>
                  <a:pt x="21582" y="25105"/>
                </a:lnTo>
                <a:cubicBezTo>
                  <a:pt x="18645" y="20407"/>
                  <a:pt x="16425" y="16994"/>
                  <a:pt x="14920" y="14865"/>
                </a:cubicBezTo>
                <a:cubicBezTo>
                  <a:pt x="13415" y="12736"/>
                  <a:pt x="12020" y="11011"/>
                  <a:pt x="10736" y="9690"/>
                </a:cubicBezTo>
                <a:cubicBezTo>
                  <a:pt x="9451" y="8368"/>
                  <a:pt x="8295" y="7433"/>
                  <a:pt x="7267" y="6882"/>
                </a:cubicBezTo>
                <a:cubicBezTo>
                  <a:pt x="6240" y="6331"/>
                  <a:pt x="5065" y="5836"/>
                  <a:pt x="3744" y="5395"/>
                </a:cubicBezTo>
                <a:lnTo>
                  <a:pt x="3744" y="0"/>
                </a:lnTo>
                <a:lnTo>
                  <a:pt x="5065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𝑡">
            <a:extLst xmlns:a="http://schemas.openxmlformats.org/drawingml/2006/main">
              <a:ext uri="{FF2B5EF4-FFF2-40B4-BE49-F238E27FC236}">
                <a16:creationId xmlns:a16="http://schemas.microsoft.com/office/drawing/2014/main" id="{EE470208-2067-4315-935F-46DCEF4A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926" y="634141"/>
            <a:ext cx="58428" cy="102229"/>
          </a:xfrm>
          <a:custGeom xmlns:a="http://schemas.openxmlformats.org/drawingml/2006/main">
            <a:pathLst>
              <a:path w="58428" h="102229">
                <a:moveTo>
                  <a:pt x="50632" y="85271"/>
                </a:moveTo>
                <a:cubicBezTo>
                  <a:pt x="47900" y="88325"/>
                  <a:pt x="45301" y="90924"/>
                  <a:pt x="42836" y="93067"/>
                </a:cubicBezTo>
                <a:cubicBezTo>
                  <a:pt x="40372" y="95210"/>
                  <a:pt x="37961" y="96965"/>
                  <a:pt x="35603" y="98331"/>
                </a:cubicBezTo>
                <a:cubicBezTo>
                  <a:pt x="33246" y="99697"/>
                  <a:pt x="30915" y="100688"/>
                  <a:pt x="28611" y="101304"/>
                </a:cubicBezTo>
                <a:cubicBezTo>
                  <a:pt x="26307" y="101921"/>
                  <a:pt x="23950" y="102229"/>
                  <a:pt x="21539" y="102229"/>
                </a:cubicBezTo>
                <a:cubicBezTo>
                  <a:pt x="15163" y="102229"/>
                  <a:pt x="10408" y="100729"/>
                  <a:pt x="7273" y="97728"/>
                </a:cubicBezTo>
                <a:cubicBezTo>
                  <a:pt x="4139" y="94728"/>
                  <a:pt x="2572" y="90307"/>
                  <a:pt x="2572" y="84467"/>
                </a:cubicBezTo>
                <a:cubicBezTo>
                  <a:pt x="2572" y="82485"/>
                  <a:pt x="2719" y="80302"/>
                  <a:pt x="3014" y="77917"/>
                </a:cubicBezTo>
                <a:cubicBezTo>
                  <a:pt x="3309" y="75533"/>
                  <a:pt x="3724" y="73216"/>
                  <a:pt x="4260" y="70965"/>
                </a:cubicBezTo>
                <a:lnTo>
                  <a:pt x="13823" y="29334"/>
                </a:lnTo>
                <a:lnTo>
                  <a:pt x="0" y="29334"/>
                </a:lnTo>
                <a:lnTo>
                  <a:pt x="1607" y="23146"/>
                </a:lnTo>
                <a:cubicBezTo>
                  <a:pt x="4822" y="23146"/>
                  <a:pt x="7327" y="22838"/>
                  <a:pt x="9122" y="22222"/>
                </a:cubicBezTo>
                <a:cubicBezTo>
                  <a:pt x="10917" y="21606"/>
                  <a:pt x="12430" y="20762"/>
                  <a:pt x="13663" y="19690"/>
                </a:cubicBezTo>
                <a:cubicBezTo>
                  <a:pt x="14466" y="18940"/>
                  <a:pt x="15243" y="18016"/>
                  <a:pt x="15993" y="16918"/>
                </a:cubicBezTo>
                <a:cubicBezTo>
                  <a:pt x="16743" y="15819"/>
                  <a:pt x="17494" y="14493"/>
                  <a:pt x="18244" y="12939"/>
                </a:cubicBezTo>
                <a:cubicBezTo>
                  <a:pt x="18994" y="11386"/>
                  <a:pt x="19757" y="9550"/>
                  <a:pt x="20534" y="7434"/>
                </a:cubicBezTo>
                <a:cubicBezTo>
                  <a:pt x="21311" y="5318"/>
                  <a:pt x="22182" y="2840"/>
                  <a:pt x="23146" y="0"/>
                </a:cubicBezTo>
                <a:lnTo>
                  <a:pt x="35684" y="0"/>
                </a:lnTo>
                <a:lnTo>
                  <a:pt x="31103" y="20414"/>
                </a:lnTo>
                <a:lnTo>
                  <a:pt x="58428" y="20414"/>
                </a:lnTo>
                <a:lnTo>
                  <a:pt x="56579" y="29334"/>
                </a:lnTo>
                <a:lnTo>
                  <a:pt x="29334" y="29334"/>
                </a:lnTo>
                <a:lnTo>
                  <a:pt x="21137" y="63009"/>
                </a:lnTo>
                <a:cubicBezTo>
                  <a:pt x="20601" y="65259"/>
                  <a:pt x="20159" y="67282"/>
                  <a:pt x="19811" y="69077"/>
                </a:cubicBezTo>
                <a:cubicBezTo>
                  <a:pt x="19463" y="70872"/>
                  <a:pt x="19181" y="72492"/>
                  <a:pt x="18967" y="73939"/>
                </a:cubicBezTo>
                <a:cubicBezTo>
                  <a:pt x="18753" y="75386"/>
                  <a:pt x="18605" y="76698"/>
                  <a:pt x="18525" y="77877"/>
                </a:cubicBezTo>
                <a:cubicBezTo>
                  <a:pt x="18445" y="79056"/>
                  <a:pt x="18404" y="80154"/>
                  <a:pt x="18404" y="81172"/>
                </a:cubicBezTo>
                <a:cubicBezTo>
                  <a:pt x="18404" y="84387"/>
                  <a:pt x="19074" y="86905"/>
                  <a:pt x="20414" y="88727"/>
                </a:cubicBezTo>
                <a:cubicBezTo>
                  <a:pt x="21753" y="90548"/>
                  <a:pt x="23950" y="91459"/>
                  <a:pt x="27004" y="91459"/>
                </a:cubicBezTo>
                <a:cubicBezTo>
                  <a:pt x="29576" y="91459"/>
                  <a:pt x="32308" y="90508"/>
                  <a:pt x="35201" y="88606"/>
                </a:cubicBezTo>
                <a:cubicBezTo>
                  <a:pt x="38095" y="86704"/>
                  <a:pt x="41390" y="83717"/>
                  <a:pt x="45087" y="79645"/>
                </a:cubicBezTo>
                <a:lnTo>
                  <a:pt x="50632" y="852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(𝑑)">
            <a:extLst xmlns:a="http://schemas.openxmlformats.org/drawingml/2006/main">
              <a:ext uri="{FF2B5EF4-FFF2-40B4-BE49-F238E27FC236}">
                <a16:creationId xmlns:a16="http://schemas.microsoft.com/office/drawing/2014/main" id="{85AE55B0-FBC8-4952-8788-7F879E09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109" y="472340"/>
            <a:ext cx="218232" cy="152459"/>
          </a:xfrm>
          <a:custGeom xmlns:a="http://schemas.openxmlformats.org/drawingml/2006/main">
            <a:pathLst>
              <a:path w="218232" h="152459">
                <a:moveTo>
                  <a:pt x="13904" y="75466"/>
                </a:moveTo>
                <a:cubicBezTo>
                  <a:pt x="13904" y="94219"/>
                  <a:pt x="16918" y="109676"/>
                  <a:pt x="22945" y="121839"/>
                </a:cubicBezTo>
                <a:cubicBezTo>
                  <a:pt x="28973" y="134001"/>
                  <a:pt x="38175" y="142145"/>
                  <a:pt x="50552" y="146271"/>
                </a:cubicBezTo>
                <a:lnTo>
                  <a:pt x="48623" y="152459"/>
                </a:lnTo>
                <a:cubicBezTo>
                  <a:pt x="32924" y="148333"/>
                  <a:pt x="20896" y="139453"/>
                  <a:pt x="12537" y="125817"/>
                </a:cubicBezTo>
                <a:cubicBezTo>
                  <a:pt x="4179" y="112181"/>
                  <a:pt x="0" y="95665"/>
                  <a:pt x="0" y="76270"/>
                </a:cubicBezTo>
                <a:cubicBezTo>
                  <a:pt x="0" y="56928"/>
                  <a:pt x="4193" y="40412"/>
                  <a:pt x="12578" y="26723"/>
                </a:cubicBezTo>
                <a:cubicBezTo>
                  <a:pt x="20963" y="13033"/>
                  <a:pt x="32978" y="4126"/>
                  <a:pt x="48623" y="0"/>
                </a:cubicBezTo>
                <a:lnTo>
                  <a:pt x="50793" y="6188"/>
                </a:lnTo>
                <a:cubicBezTo>
                  <a:pt x="38255" y="10314"/>
                  <a:pt x="28973" y="18364"/>
                  <a:pt x="22945" y="30339"/>
                </a:cubicBezTo>
                <a:cubicBezTo>
                  <a:pt x="16918" y="42314"/>
                  <a:pt x="13904" y="57356"/>
                  <a:pt x="13904" y="75466"/>
                </a:cubicBezTo>
                <a:close/>
                <a:moveTo>
                  <a:pt x="131698" y="88405"/>
                </a:moveTo>
                <a:cubicBezTo>
                  <a:pt x="130948" y="91566"/>
                  <a:pt x="130452" y="94085"/>
                  <a:pt x="130211" y="95960"/>
                </a:cubicBezTo>
                <a:cubicBezTo>
                  <a:pt x="129970" y="97835"/>
                  <a:pt x="129849" y="99523"/>
                  <a:pt x="129849" y="101023"/>
                </a:cubicBezTo>
                <a:cubicBezTo>
                  <a:pt x="129849" y="103059"/>
                  <a:pt x="130265" y="104533"/>
                  <a:pt x="131095" y="105443"/>
                </a:cubicBezTo>
                <a:cubicBezTo>
                  <a:pt x="131925" y="106354"/>
                  <a:pt x="133118" y="106810"/>
                  <a:pt x="134671" y="106810"/>
                </a:cubicBezTo>
                <a:cubicBezTo>
                  <a:pt x="135636" y="106810"/>
                  <a:pt x="136587" y="106622"/>
                  <a:pt x="137524" y="106247"/>
                </a:cubicBezTo>
                <a:cubicBezTo>
                  <a:pt x="138462" y="105872"/>
                  <a:pt x="139480" y="105283"/>
                  <a:pt x="140578" y="104479"/>
                </a:cubicBezTo>
                <a:cubicBezTo>
                  <a:pt x="141677" y="103675"/>
                  <a:pt x="142882" y="102644"/>
                  <a:pt x="144195" y="101385"/>
                </a:cubicBezTo>
                <a:cubicBezTo>
                  <a:pt x="145508" y="100126"/>
                  <a:pt x="146995" y="98612"/>
                  <a:pt x="148656" y="96844"/>
                </a:cubicBezTo>
                <a:cubicBezTo>
                  <a:pt x="149513" y="97755"/>
                  <a:pt x="150397" y="98652"/>
                  <a:pt x="151308" y="99536"/>
                </a:cubicBezTo>
                <a:cubicBezTo>
                  <a:pt x="152219" y="100420"/>
                  <a:pt x="153103" y="101291"/>
                  <a:pt x="153960" y="102148"/>
                </a:cubicBezTo>
                <a:cubicBezTo>
                  <a:pt x="151281" y="104881"/>
                  <a:pt x="148843" y="107225"/>
                  <a:pt x="146646" y="109181"/>
                </a:cubicBezTo>
                <a:cubicBezTo>
                  <a:pt x="144450" y="111136"/>
                  <a:pt x="142320" y="112744"/>
                  <a:pt x="140257" y="114003"/>
                </a:cubicBezTo>
                <a:cubicBezTo>
                  <a:pt x="138194" y="115262"/>
                  <a:pt x="136172" y="116173"/>
                  <a:pt x="134189" y="116735"/>
                </a:cubicBezTo>
                <a:cubicBezTo>
                  <a:pt x="132207" y="117298"/>
                  <a:pt x="130144" y="117579"/>
                  <a:pt x="128001" y="117579"/>
                </a:cubicBezTo>
                <a:cubicBezTo>
                  <a:pt x="124143" y="117579"/>
                  <a:pt x="121143" y="116333"/>
                  <a:pt x="119000" y="113842"/>
                </a:cubicBezTo>
                <a:cubicBezTo>
                  <a:pt x="116856" y="111351"/>
                  <a:pt x="115785" y="107935"/>
                  <a:pt x="115785" y="103595"/>
                </a:cubicBezTo>
                <a:cubicBezTo>
                  <a:pt x="115785" y="101184"/>
                  <a:pt x="116160" y="98880"/>
                  <a:pt x="116910" y="96683"/>
                </a:cubicBezTo>
                <a:lnTo>
                  <a:pt x="115785" y="96201"/>
                </a:lnTo>
                <a:cubicBezTo>
                  <a:pt x="113052" y="100005"/>
                  <a:pt x="110400" y="103247"/>
                  <a:pt x="107828" y="105926"/>
                </a:cubicBezTo>
                <a:cubicBezTo>
                  <a:pt x="105257" y="108605"/>
                  <a:pt x="102712" y="110815"/>
                  <a:pt x="100193" y="112556"/>
                </a:cubicBezTo>
                <a:cubicBezTo>
                  <a:pt x="97675" y="114297"/>
                  <a:pt x="95130" y="115570"/>
                  <a:pt x="92558" y="116374"/>
                </a:cubicBezTo>
                <a:cubicBezTo>
                  <a:pt x="89987" y="117177"/>
                  <a:pt x="87308" y="117579"/>
                  <a:pt x="84521" y="117579"/>
                </a:cubicBezTo>
                <a:cubicBezTo>
                  <a:pt x="78146" y="117579"/>
                  <a:pt x="73216" y="115289"/>
                  <a:pt x="69734" y="110708"/>
                </a:cubicBezTo>
                <a:cubicBezTo>
                  <a:pt x="66251" y="106127"/>
                  <a:pt x="64510" y="99469"/>
                  <a:pt x="64510" y="90736"/>
                </a:cubicBezTo>
                <a:cubicBezTo>
                  <a:pt x="64510" y="85539"/>
                  <a:pt x="65059" y="80543"/>
                  <a:pt x="66157" y="75747"/>
                </a:cubicBezTo>
                <a:cubicBezTo>
                  <a:pt x="67256" y="70952"/>
                  <a:pt x="68809" y="66451"/>
                  <a:pt x="70819" y="62245"/>
                </a:cubicBezTo>
                <a:cubicBezTo>
                  <a:pt x="72828" y="58039"/>
                  <a:pt x="75226" y="54209"/>
                  <a:pt x="78012" y="50753"/>
                </a:cubicBezTo>
                <a:cubicBezTo>
                  <a:pt x="80798" y="47297"/>
                  <a:pt x="83852" y="44337"/>
                  <a:pt x="87174" y="41872"/>
                </a:cubicBezTo>
                <a:cubicBezTo>
                  <a:pt x="90496" y="39407"/>
                  <a:pt x="94032" y="37492"/>
                  <a:pt x="97782" y="36126"/>
                </a:cubicBezTo>
                <a:cubicBezTo>
                  <a:pt x="101533" y="34759"/>
                  <a:pt x="105417" y="34076"/>
                  <a:pt x="109436" y="34076"/>
                </a:cubicBezTo>
                <a:cubicBezTo>
                  <a:pt x="112972" y="34076"/>
                  <a:pt x="116213" y="34424"/>
                  <a:pt x="119160" y="35121"/>
                </a:cubicBezTo>
                <a:cubicBezTo>
                  <a:pt x="122107" y="35818"/>
                  <a:pt x="124920" y="37211"/>
                  <a:pt x="127599" y="39300"/>
                </a:cubicBezTo>
                <a:cubicBezTo>
                  <a:pt x="128510" y="35925"/>
                  <a:pt x="129233" y="33045"/>
                  <a:pt x="129769" y="30661"/>
                </a:cubicBezTo>
                <a:cubicBezTo>
                  <a:pt x="130305" y="28276"/>
                  <a:pt x="130747" y="26080"/>
                  <a:pt x="131095" y="24070"/>
                </a:cubicBezTo>
                <a:cubicBezTo>
                  <a:pt x="131443" y="22061"/>
                  <a:pt x="131617" y="20387"/>
                  <a:pt x="131617" y="19047"/>
                </a:cubicBezTo>
                <a:cubicBezTo>
                  <a:pt x="131617" y="17922"/>
                  <a:pt x="131470" y="16985"/>
                  <a:pt x="131175" y="16234"/>
                </a:cubicBezTo>
                <a:cubicBezTo>
                  <a:pt x="130881" y="15484"/>
                  <a:pt x="130358" y="14868"/>
                  <a:pt x="129608" y="14386"/>
                </a:cubicBezTo>
                <a:cubicBezTo>
                  <a:pt x="128858" y="13904"/>
                  <a:pt x="127800" y="13555"/>
                  <a:pt x="126434" y="13341"/>
                </a:cubicBezTo>
                <a:cubicBezTo>
                  <a:pt x="125067" y="13127"/>
                  <a:pt x="123339" y="12966"/>
                  <a:pt x="121250" y="12859"/>
                </a:cubicBezTo>
                <a:lnTo>
                  <a:pt x="122295" y="7394"/>
                </a:lnTo>
                <a:lnTo>
                  <a:pt x="146244" y="6429"/>
                </a:lnTo>
                <a:lnTo>
                  <a:pt x="150343" y="6429"/>
                </a:lnTo>
                <a:lnTo>
                  <a:pt x="131698" y="88405"/>
                </a:lnTo>
                <a:moveTo>
                  <a:pt x="120848" y="70644"/>
                </a:moveTo>
                <a:cubicBezTo>
                  <a:pt x="121437" y="67751"/>
                  <a:pt x="121973" y="64857"/>
                  <a:pt x="122455" y="61964"/>
                </a:cubicBezTo>
                <a:cubicBezTo>
                  <a:pt x="122938" y="59071"/>
                  <a:pt x="123179" y="56419"/>
                  <a:pt x="123179" y="54008"/>
                </a:cubicBezTo>
                <a:cubicBezTo>
                  <a:pt x="123179" y="49668"/>
                  <a:pt x="122201" y="46587"/>
                  <a:pt x="120245" y="44765"/>
                </a:cubicBezTo>
                <a:cubicBezTo>
                  <a:pt x="118290" y="42944"/>
                  <a:pt x="115169" y="42033"/>
                  <a:pt x="110882" y="42033"/>
                </a:cubicBezTo>
                <a:cubicBezTo>
                  <a:pt x="107721" y="42033"/>
                  <a:pt x="104788" y="42716"/>
                  <a:pt x="102082" y="44082"/>
                </a:cubicBezTo>
                <a:cubicBezTo>
                  <a:pt x="99376" y="45448"/>
                  <a:pt x="96898" y="47324"/>
                  <a:pt x="94648" y="49708"/>
                </a:cubicBezTo>
                <a:cubicBezTo>
                  <a:pt x="92398" y="52092"/>
                  <a:pt x="90388" y="54851"/>
                  <a:pt x="88620" y="57986"/>
                </a:cubicBezTo>
                <a:cubicBezTo>
                  <a:pt x="86852" y="61120"/>
                  <a:pt x="85365" y="64469"/>
                  <a:pt x="84160" y="68032"/>
                </a:cubicBezTo>
                <a:cubicBezTo>
                  <a:pt x="82954" y="71595"/>
                  <a:pt x="82043" y="75238"/>
                  <a:pt x="81427" y="78962"/>
                </a:cubicBezTo>
                <a:cubicBezTo>
                  <a:pt x="80811" y="82686"/>
                  <a:pt x="80503" y="86316"/>
                  <a:pt x="80503" y="89852"/>
                </a:cubicBezTo>
                <a:cubicBezTo>
                  <a:pt x="80503" y="95638"/>
                  <a:pt x="81320" y="99938"/>
                  <a:pt x="82954" y="102751"/>
                </a:cubicBezTo>
                <a:cubicBezTo>
                  <a:pt x="84588" y="105564"/>
                  <a:pt x="87227" y="106970"/>
                  <a:pt x="90871" y="106970"/>
                </a:cubicBezTo>
                <a:cubicBezTo>
                  <a:pt x="93335" y="106970"/>
                  <a:pt x="96068" y="106140"/>
                  <a:pt x="99068" y="104479"/>
                </a:cubicBezTo>
                <a:cubicBezTo>
                  <a:pt x="102069" y="102818"/>
                  <a:pt x="104975" y="100420"/>
                  <a:pt x="107788" y="97286"/>
                </a:cubicBezTo>
                <a:cubicBezTo>
                  <a:pt x="110601" y="94152"/>
                  <a:pt x="113186" y="90334"/>
                  <a:pt x="115544" y="85834"/>
                </a:cubicBezTo>
                <a:cubicBezTo>
                  <a:pt x="117901" y="81333"/>
                  <a:pt x="119669" y="76270"/>
                  <a:pt x="120848" y="70644"/>
                </a:cubicBezTo>
                <a:close/>
                <a:moveTo>
                  <a:pt x="204328" y="75466"/>
                </a:moveTo>
                <a:cubicBezTo>
                  <a:pt x="204328" y="57356"/>
                  <a:pt x="201328" y="42314"/>
                  <a:pt x="195327" y="30339"/>
                </a:cubicBezTo>
                <a:cubicBezTo>
                  <a:pt x="189326" y="18364"/>
                  <a:pt x="180030" y="10314"/>
                  <a:pt x="167439" y="6188"/>
                </a:cubicBezTo>
                <a:lnTo>
                  <a:pt x="169609" y="0"/>
                </a:lnTo>
                <a:cubicBezTo>
                  <a:pt x="185254" y="4126"/>
                  <a:pt x="197269" y="13033"/>
                  <a:pt x="205654" y="26723"/>
                </a:cubicBezTo>
                <a:cubicBezTo>
                  <a:pt x="214039" y="40412"/>
                  <a:pt x="218232" y="56928"/>
                  <a:pt x="218232" y="76270"/>
                </a:cubicBezTo>
                <a:cubicBezTo>
                  <a:pt x="218232" y="95665"/>
                  <a:pt x="214053" y="112181"/>
                  <a:pt x="205694" y="125817"/>
                </a:cubicBezTo>
                <a:cubicBezTo>
                  <a:pt x="197336" y="139453"/>
                  <a:pt x="185307" y="148333"/>
                  <a:pt x="169609" y="152459"/>
                </a:cubicBezTo>
                <a:lnTo>
                  <a:pt x="167680" y="146271"/>
                </a:lnTo>
                <a:cubicBezTo>
                  <a:pt x="180057" y="142145"/>
                  <a:pt x="189259" y="134001"/>
                  <a:pt x="195287" y="121839"/>
                </a:cubicBezTo>
                <a:cubicBezTo>
                  <a:pt x="201314" y="109676"/>
                  <a:pt x="204328" y="94219"/>
                  <a:pt x="204328" y="754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LSS">
            <a:extLst xmlns:a="http://schemas.openxmlformats.org/drawingml/2006/main">
              <a:ext uri="{FF2B5EF4-FFF2-40B4-BE49-F238E27FC236}">
                <a16:creationId xmlns:a16="http://schemas.microsoft.com/office/drawing/2014/main" id="{7239BF62-5A65-41DD-93EE-F0527FBC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474" y="1628385"/>
            <a:ext cx="292256" cy="122513"/>
          </a:xfrm>
          <a:custGeom xmlns:a="http://schemas.openxmlformats.org/drawingml/2006/main">
            <a:pathLst>
              <a:path w="292256" h="122513">
                <a:moveTo>
                  <a:pt x="50070" y="2487"/>
                </a:moveTo>
                <a:lnTo>
                  <a:pt x="0" y="2487"/>
                </a:lnTo>
                <a:lnTo>
                  <a:pt x="0" y="5860"/>
                </a:lnTo>
                <a:cubicBezTo>
                  <a:pt x="12961" y="6746"/>
                  <a:pt x="15093" y="9054"/>
                  <a:pt x="15448" y="21839"/>
                </a:cubicBezTo>
                <a:lnTo>
                  <a:pt x="15448" y="100674"/>
                </a:lnTo>
                <a:cubicBezTo>
                  <a:pt x="15093" y="113459"/>
                  <a:pt x="12785" y="115943"/>
                  <a:pt x="0" y="116653"/>
                </a:cubicBezTo>
                <a:lnTo>
                  <a:pt x="0" y="120026"/>
                </a:lnTo>
                <a:lnTo>
                  <a:pt x="95524" y="120026"/>
                </a:lnTo>
                <a:lnTo>
                  <a:pt x="104047" y="89132"/>
                </a:lnTo>
                <a:lnTo>
                  <a:pt x="99609" y="89132"/>
                </a:lnTo>
                <a:cubicBezTo>
                  <a:pt x="91265" y="107778"/>
                  <a:pt x="83627" y="112391"/>
                  <a:pt x="60723" y="113104"/>
                </a:cubicBezTo>
                <a:lnTo>
                  <a:pt x="48827" y="113104"/>
                </a:lnTo>
                <a:cubicBezTo>
                  <a:pt x="35156" y="112749"/>
                  <a:pt x="33736" y="112215"/>
                  <a:pt x="33557" y="105824"/>
                </a:cubicBezTo>
                <a:lnTo>
                  <a:pt x="33557" y="21839"/>
                </a:lnTo>
                <a:cubicBezTo>
                  <a:pt x="33912" y="8878"/>
                  <a:pt x="36220" y="6570"/>
                  <a:pt x="50070" y="5860"/>
                </a:cubicBezTo>
                <a:lnTo>
                  <a:pt x="50070" y="2487"/>
                </a:lnTo>
                <a:close/>
                <a:moveTo>
                  <a:pt x="185722" y="0"/>
                </a:moveTo>
                <a:lnTo>
                  <a:pt x="181994" y="0"/>
                </a:lnTo>
                <a:cubicBezTo>
                  <a:pt x="181284" y="3907"/>
                  <a:pt x="179331" y="6036"/>
                  <a:pt x="176313" y="6036"/>
                </a:cubicBezTo>
                <a:cubicBezTo>
                  <a:pt x="174535" y="6036"/>
                  <a:pt x="171517" y="5326"/>
                  <a:pt x="168499" y="3907"/>
                </a:cubicBezTo>
                <a:cubicBezTo>
                  <a:pt x="161929" y="1420"/>
                  <a:pt x="155359" y="0"/>
                  <a:pt x="149502" y="0"/>
                </a:cubicBezTo>
                <a:cubicBezTo>
                  <a:pt x="142043" y="0"/>
                  <a:pt x="134232" y="3018"/>
                  <a:pt x="128372" y="8168"/>
                </a:cubicBezTo>
                <a:cubicBezTo>
                  <a:pt x="122157" y="13671"/>
                  <a:pt x="118963" y="21130"/>
                  <a:pt x="118963" y="30363"/>
                </a:cubicBezTo>
                <a:cubicBezTo>
                  <a:pt x="118963" y="44568"/>
                  <a:pt x="126774" y="54511"/>
                  <a:pt x="146660" y="64985"/>
                </a:cubicBezTo>
                <a:cubicBezTo>
                  <a:pt x="159445" y="71910"/>
                  <a:pt x="168678" y="79013"/>
                  <a:pt x="173116" y="85759"/>
                </a:cubicBezTo>
                <a:cubicBezTo>
                  <a:pt x="174714" y="88068"/>
                  <a:pt x="175603" y="91796"/>
                  <a:pt x="175603" y="96236"/>
                </a:cubicBezTo>
                <a:cubicBezTo>
                  <a:pt x="175603" y="107954"/>
                  <a:pt x="166725" y="116122"/>
                  <a:pt x="153763" y="116122"/>
                </a:cubicBezTo>
                <a:cubicBezTo>
                  <a:pt x="137781" y="116122"/>
                  <a:pt x="126774" y="106355"/>
                  <a:pt x="117895" y="84695"/>
                </a:cubicBezTo>
                <a:lnTo>
                  <a:pt x="113813" y="84695"/>
                </a:lnTo>
                <a:lnTo>
                  <a:pt x="119139" y="122334"/>
                </a:lnTo>
                <a:lnTo>
                  <a:pt x="123046" y="122334"/>
                </a:lnTo>
                <a:cubicBezTo>
                  <a:pt x="123222" y="118961"/>
                  <a:pt x="125354" y="116477"/>
                  <a:pt x="128017" y="116477"/>
                </a:cubicBezTo>
                <a:cubicBezTo>
                  <a:pt x="129971" y="116477"/>
                  <a:pt x="132989" y="117187"/>
                  <a:pt x="136362" y="118430"/>
                </a:cubicBezTo>
                <a:cubicBezTo>
                  <a:pt x="143108" y="121094"/>
                  <a:pt x="150388" y="122513"/>
                  <a:pt x="157313" y="122513"/>
                </a:cubicBezTo>
                <a:cubicBezTo>
                  <a:pt x="177911" y="122513"/>
                  <a:pt x="193536" y="108487"/>
                  <a:pt x="193536" y="90021"/>
                </a:cubicBezTo>
                <a:cubicBezTo>
                  <a:pt x="193536" y="75461"/>
                  <a:pt x="183769" y="64099"/>
                  <a:pt x="160331" y="51314"/>
                </a:cubicBezTo>
                <a:cubicBezTo>
                  <a:pt x="141688" y="41192"/>
                  <a:pt x="134232" y="33381"/>
                  <a:pt x="134232" y="23614"/>
                </a:cubicBezTo>
                <a:cubicBezTo>
                  <a:pt x="134232" y="13850"/>
                  <a:pt x="141688" y="7280"/>
                  <a:pt x="152696" y="7280"/>
                </a:cubicBezTo>
                <a:cubicBezTo>
                  <a:pt x="160688" y="7280"/>
                  <a:pt x="168144" y="10653"/>
                  <a:pt x="174359" y="17047"/>
                </a:cubicBezTo>
                <a:cubicBezTo>
                  <a:pt x="179862" y="22728"/>
                  <a:pt x="182349" y="27345"/>
                  <a:pt x="185191" y="37819"/>
                </a:cubicBezTo>
                <a:lnTo>
                  <a:pt x="189629" y="37819"/>
                </a:lnTo>
                <a:lnTo>
                  <a:pt x="185722" y="0"/>
                </a:lnTo>
                <a:close/>
                <a:moveTo>
                  <a:pt x="284442" y="0"/>
                </a:moveTo>
                <a:lnTo>
                  <a:pt x="280714" y="0"/>
                </a:lnTo>
                <a:cubicBezTo>
                  <a:pt x="280005" y="3907"/>
                  <a:pt x="278051" y="6036"/>
                  <a:pt x="275033" y="6036"/>
                </a:cubicBezTo>
                <a:cubicBezTo>
                  <a:pt x="273256" y="6036"/>
                  <a:pt x="270238" y="5326"/>
                  <a:pt x="267220" y="3907"/>
                </a:cubicBezTo>
                <a:cubicBezTo>
                  <a:pt x="260650" y="1420"/>
                  <a:pt x="254080" y="0"/>
                  <a:pt x="248222" y="0"/>
                </a:cubicBezTo>
                <a:cubicBezTo>
                  <a:pt x="240764" y="0"/>
                  <a:pt x="232953" y="3018"/>
                  <a:pt x="227093" y="8168"/>
                </a:cubicBezTo>
                <a:cubicBezTo>
                  <a:pt x="220877" y="13671"/>
                  <a:pt x="217683" y="21130"/>
                  <a:pt x="217683" y="30363"/>
                </a:cubicBezTo>
                <a:cubicBezTo>
                  <a:pt x="217683" y="44568"/>
                  <a:pt x="225494" y="54511"/>
                  <a:pt x="245380" y="64985"/>
                </a:cubicBezTo>
                <a:cubicBezTo>
                  <a:pt x="258165" y="71910"/>
                  <a:pt x="267398" y="79013"/>
                  <a:pt x="271836" y="85759"/>
                </a:cubicBezTo>
                <a:cubicBezTo>
                  <a:pt x="273435" y="88068"/>
                  <a:pt x="274323" y="91796"/>
                  <a:pt x="274323" y="96236"/>
                </a:cubicBezTo>
                <a:cubicBezTo>
                  <a:pt x="274323" y="107954"/>
                  <a:pt x="265445" y="116122"/>
                  <a:pt x="252484" y="116122"/>
                </a:cubicBezTo>
                <a:cubicBezTo>
                  <a:pt x="236502" y="116122"/>
                  <a:pt x="225494" y="106355"/>
                  <a:pt x="216616" y="84695"/>
                </a:cubicBezTo>
                <a:lnTo>
                  <a:pt x="212533" y="84695"/>
                </a:lnTo>
                <a:lnTo>
                  <a:pt x="217859" y="122334"/>
                </a:lnTo>
                <a:lnTo>
                  <a:pt x="221766" y="122334"/>
                </a:lnTo>
                <a:cubicBezTo>
                  <a:pt x="221942" y="118961"/>
                  <a:pt x="224074" y="116477"/>
                  <a:pt x="226738" y="116477"/>
                </a:cubicBezTo>
                <a:cubicBezTo>
                  <a:pt x="228691" y="116477"/>
                  <a:pt x="231709" y="117187"/>
                  <a:pt x="235082" y="118430"/>
                </a:cubicBezTo>
                <a:cubicBezTo>
                  <a:pt x="241828" y="121094"/>
                  <a:pt x="249108" y="122513"/>
                  <a:pt x="256033" y="122513"/>
                </a:cubicBezTo>
                <a:cubicBezTo>
                  <a:pt x="276632" y="122513"/>
                  <a:pt x="292256" y="108487"/>
                  <a:pt x="292256" y="90021"/>
                </a:cubicBezTo>
                <a:cubicBezTo>
                  <a:pt x="292256" y="75461"/>
                  <a:pt x="282489" y="64099"/>
                  <a:pt x="259051" y="51314"/>
                </a:cubicBezTo>
                <a:cubicBezTo>
                  <a:pt x="240409" y="41192"/>
                  <a:pt x="232953" y="33381"/>
                  <a:pt x="232953" y="23614"/>
                </a:cubicBezTo>
                <a:cubicBezTo>
                  <a:pt x="232953" y="13850"/>
                  <a:pt x="240409" y="7280"/>
                  <a:pt x="251416" y="7280"/>
                </a:cubicBezTo>
                <a:cubicBezTo>
                  <a:pt x="259409" y="7280"/>
                  <a:pt x="266865" y="10653"/>
                  <a:pt x="273080" y="17047"/>
                </a:cubicBezTo>
                <a:cubicBezTo>
                  <a:pt x="278582" y="22728"/>
                  <a:pt x="281069" y="27345"/>
                  <a:pt x="283911" y="37819"/>
                </a:cubicBezTo>
                <a:lnTo>
                  <a:pt x="288349" y="37819"/>
                </a:lnTo>
                <a:lnTo>
                  <a:pt x="28444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ca748b5a548cd"/>
          <a:stretch xmlns:a="http://schemas.openxmlformats.org/drawingml/2006/main"/>
        </p:blipFill>
        <p:spPr>
          <a:xfrm xmlns:a="http://schemas.openxmlformats.org/drawingml/2006/main">
            <a:off x="747468" y="4324361"/>
            <a:ext cx="859262" cy="859262"/>
          </a:xfrm>
          <a:prstGeom xmlns:a="http://schemas.openxmlformats.org/drawingml/2006/main" prst="rect">
            <a:avLst/>
          </a:prstGeom>
        </p:spPr>
      </p:pic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E4AE3-F3AD-4ADC-A7CD-A1048C1A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17" y="4320311"/>
            <a:ext cx="867362" cy="867362"/>
          </a:xfrm>
          <a:custGeom xmlns:a="http://schemas.openxmlformats.org/drawingml/2006/main">
            <a:pathLst>
              <a:path w="867362" h="867362" fill="none">
                <a:moveTo>
                  <a:pt x="0" y="867362"/>
                </a:moveTo>
                <a:lnTo>
                  <a:pt x="867362" y="867362"/>
                </a:lnTo>
                <a:lnTo>
                  <a:pt x="867362" y="0"/>
                </a:lnTo>
                <a:lnTo>
                  <a:pt x="0" y="0"/>
                </a:lnTo>
                <a:lnTo>
                  <a:pt x="0" y="8673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00" cap="flat">
            <a:solidFill>
              <a:srgbClr val="000000"/>
            </a:solidFill>
            <a:round/>
          </a:ln>
        </p:spPr>
      </p:sp>
      <p:sp>
        <p:nvSpPr>
          <p:cNvPr id="121" name="Text A">
            <a:extLst xmlns:a="http://schemas.openxmlformats.org/drawingml/2006/main">
              <a:ext uri="{FF2B5EF4-FFF2-40B4-BE49-F238E27FC236}">
                <a16:creationId xmlns:a16="http://schemas.microsoft.com/office/drawing/2014/main" id="{1E1DDD81-5339-49EA-A8EC-4EECB9D3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8557" y="1628740"/>
            <a:ext cx="122689" cy="119671"/>
          </a:xfrm>
          <a:custGeom xmlns:a="http://schemas.openxmlformats.org/drawingml/2006/main">
            <a:pathLst>
              <a:path w="122689" h="119671">
                <a:moveTo>
                  <a:pt x="122689" y="116298"/>
                </a:moveTo>
                <a:cubicBezTo>
                  <a:pt x="114700" y="115767"/>
                  <a:pt x="112925" y="113990"/>
                  <a:pt x="106710" y="100853"/>
                </a:cubicBezTo>
                <a:lnTo>
                  <a:pt x="62497" y="0"/>
                </a:lnTo>
                <a:lnTo>
                  <a:pt x="58948" y="0"/>
                </a:lnTo>
                <a:lnTo>
                  <a:pt x="22016" y="87179"/>
                </a:lnTo>
                <a:cubicBezTo>
                  <a:pt x="10653" y="113104"/>
                  <a:pt x="8521" y="115943"/>
                  <a:pt x="0" y="116298"/>
                </a:cubicBezTo>
                <a:lnTo>
                  <a:pt x="0" y="119671"/>
                </a:lnTo>
                <a:lnTo>
                  <a:pt x="35156" y="119671"/>
                </a:lnTo>
                <a:lnTo>
                  <a:pt x="35156" y="116298"/>
                </a:lnTo>
                <a:cubicBezTo>
                  <a:pt x="26632" y="116298"/>
                  <a:pt x="23080" y="114169"/>
                  <a:pt x="23080" y="109018"/>
                </a:cubicBezTo>
                <a:cubicBezTo>
                  <a:pt x="23080" y="106889"/>
                  <a:pt x="23614" y="104402"/>
                  <a:pt x="24503" y="102094"/>
                </a:cubicBezTo>
                <a:lnTo>
                  <a:pt x="32668" y="81322"/>
                </a:lnTo>
                <a:lnTo>
                  <a:pt x="79189" y="81322"/>
                </a:lnTo>
                <a:lnTo>
                  <a:pt x="86469" y="98366"/>
                </a:lnTo>
                <a:cubicBezTo>
                  <a:pt x="88599" y="103161"/>
                  <a:pt x="89842" y="107778"/>
                  <a:pt x="89842" y="110262"/>
                </a:cubicBezTo>
                <a:cubicBezTo>
                  <a:pt x="89842" y="114700"/>
                  <a:pt x="86824" y="116122"/>
                  <a:pt x="77412" y="116298"/>
                </a:cubicBezTo>
                <a:lnTo>
                  <a:pt x="77412" y="119671"/>
                </a:lnTo>
                <a:lnTo>
                  <a:pt x="122689" y="119671"/>
                </a:lnTo>
                <a:lnTo>
                  <a:pt x="122689" y="116298"/>
                </a:lnTo>
                <a:moveTo>
                  <a:pt x="35687" y="74042"/>
                </a:moveTo>
                <a:lnTo>
                  <a:pt x="56106" y="25212"/>
                </a:lnTo>
                <a:lnTo>
                  <a:pt x="76702" y="74042"/>
                </a:lnTo>
                <a:lnTo>
                  <a:pt x="35687" y="740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veraging">
            <a:extLst xmlns:a="http://schemas.openxmlformats.org/drawingml/2006/main">
              <a:ext uri="{FF2B5EF4-FFF2-40B4-BE49-F238E27FC236}">
                <a16:creationId xmlns:a16="http://schemas.microsoft.com/office/drawing/2014/main" id="{E091EDCF-AC6E-4B45-8FC6-D255F998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678" y="1627141"/>
            <a:ext cx="614692" cy="159977"/>
          </a:xfrm>
          <a:custGeom xmlns:a="http://schemas.openxmlformats.org/drawingml/2006/main">
            <a:pathLst>
              <a:path w="614692" h="159977">
                <a:moveTo>
                  <a:pt x="81319" y="41371"/>
                </a:moveTo>
                <a:lnTo>
                  <a:pt x="56640" y="41371"/>
                </a:lnTo>
                <a:lnTo>
                  <a:pt x="56640" y="44034"/>
                </a:lnTo>
                <a:cubicBezTo>
                  <a:pt x="62321" y="44568"/>
                  <a:pt x="64985" y="46342"/>
                  <a:pt x="64985" y="49715"/>
                </a:cubicBezTo>
                <a:cubicBezTo>
                  <a:pt x="64985" y="51492"/>
                  <a:pt x="64630" y="53267"/>
                  <a:pt x="63920" y="55044"/>
                </a:cubicBezTo>
                <a:lnTo>
                  <a:pt x="46342" y="101029"/>
                </a:lnTo>
                <a:lnTo>
                  <a:pt x="28231" y="55575"/>
                </a:lnTo>
                <a:cubicBezTo>
                  <a:pt x="27166" y="53091"/>
                  <a:pt x="26632" y="50604"/>
                  <a:pt x="26632" y="49005"/>
                </a:cubicBezTo>
                <a:cubicBezTo>
                  <a:pt x="26632" y="45811"/>
                  <a:pt x="28586" y="44568"/>
                  <a:pt x="34801" y="44034"/>
                </a:cubicBezTo>
                <a:lnTo>
                  <a:pt x="34801" y="41371"/>
                </a:lnTo>
                <a:lnTo>
                  <a:pt x="0" y="41371"/>
                </a:lnTo>
                <a:lnTo>
                  <a:pt x="0" y="44034"/>
                </a:lnTo>
                <a:cubicBezTo>
                  <a:pt x="6746" y="44389"/>
                  <a:pt x="7990" y="46166"/>
                  <a:pt x="16155" y="64454"/>
                </a:cubicBezTo>
                <a:lnTo>
                  <a:pt x="37464" y="115412"/>
                </a:lnTo>
                <a:cubicBezTo>
                  <a:pt x="37819" y="116477"/>
                  <a:pt x="38350" y="117721"/>
                  <a:pt x="38883" y="119140"/>
                </a:cubicBezTo>
                <a:cubicBezTo>
                  <a:pt x="39417" y="120560"/>
                  <a:pt x="39948" y="121803"/>
                  <a:pt x="40482" y="122692"/>
                </a:cubicBezTo>
                <a:cubicBezTo>
                  <a:pt x="40837" y="123402"/>
                  <a:pt x="41547" y="123757"/>
                  <a:pt x="42080" y="123757"/>
                </a:cubicBezTo>
                <a:cubicBezTo>
                  <a:pt x="43145" y="123757"/>
                  <a:pt x="44389" y="121449"/>
                  <a:pt x="47052" y="114879"/>
                </a:cubicBezTo>
                <a:lnTo>
                  <a:pt x="69777" y="57884"/>
                </a:lnTo>
                <a:cubicBezTo>
                  <a:pt x="74928" y="45811"/>
                  <a:pt x="75992" y="44568"/>
                  <a:pt x="81319" y="44034"/>
                </a:cubicBezTo>
                <a:lnTo>
                  <a:pt x="81319" y="41371"/>
                </a:lnTo>
                <a:close/>
                <a:moveTo>
                  <a:pt x="158377" y="92153"/>
                </a:moveTo>
                <a:cubicBezTo>
                  <a:pt x="149857" y="105645"/>
                  <a:pt x="142219" y="110796"/>
                  <a:pt x="130856" y="110796"/>
                </a:cubicBezTo>
                <a:cubicBezTo>
                  <a:pt x="120737" y="110796"/>
                  <a:pt x="113103" y="105645"/>
                  <a:pt x="107952" y="95526"/>
                </a:cubicBezTo>
                <a:cubicBezTo>
                  <a:pt x="104755" y="88777"/>
                  <a:pt x="103514" y="83096"/>
                  <a:pt x="103160" y="72088"/>
                </a:cubicBezTo>
                <a:lnTo>
                  <a:pt x="157846" y="72088"/>
                </a:lnTo>
                <a:cubicBezTo>
                  <a:pt x="156424" y="60547"/>
                  <a:pt x="154649" y="55399"/>
                  <a:pt x="150211" y="49715"/>
                </a:cubicBezTo>
                <a:cubicBezTo>
                  <a:pt x="144882" y="43324"/>
                  <a:pt x="136717" y="39596"/>
                  <a:pt x="127483" y="39596"/>
                </a:cubicBezTo>
                <a:cubicBezTo>
                  <a:pt x="118605" y="39596"/>
                  <a:pt x="110261" y="42793"/>
                  <a:pt x="103514" y="48829"/>
                </a:cubicBezTo>
                <a:cubicBezTo>
                  <a:pt x="95167" y="56109"/>
                  <a:pt x="90374" y="68715"/>
                  <a:pt x="90374" y="83275"/>
                </a:cubicBezTo>
                <a:cubicBezTo>
                  <a:pt x="90374" y="107778"/>
                  <a:pt x="103160" y="123047"/>
                  <a:pt x="123577" y="123047"/>
                </a:cubicBezTo>
                <a:cubicBezTo>
                  <a:pt x="140445" y="123047"/>
                  <a:pt x="153761" y="112570"/>
                  <a:pt x="161219" y="93394"/>
                </a:cubicBezTo>
                <a:lnTo>
                  <a:pt x="158377" y="92153"/>
                </a:lnTo>
                <a:moveTo>
                  <a:pt x="103514" y="66407"/>
                </a:moveTo>
                <a:cubicBezTo>
                  <a:pt x="105465" y="52557"/>
                  <a:pt x="111504" y="45987"/>
                  <a:pt x="122333" y="45987"/>
                </a:cubicBezTo>
                <a:cubicBezTo>
                  <a:pt x="133165" y="45987"/>
                  <a:pt x="137426" y="50959"/>
                  <a:pt x="139735" y="66407"/>
                </a:cubicBezTo>
                <a:lnTo>
                  <a:pt x="103514" y="66407"/>
                </a:lnTo>
                <a:close/>
                <a:moveTo>
                  <a:pt x="165657" y="121270"/>
                </a:moveTo>
                <a:lnTo>
                  <a:pt x="208271" y="121270"/>
                </a:lnTo>
                <a:lnTo>
                  <a:pt x="208271" y="118607"/>
                </a:lnTo>
                <a:cubicBezTo>
                  <a:pt x="196374" y="118252"/>
                  <a:pt x="193532" y="115767"/>
                  <a:pt x="193178" y="105290"/>
                </a:cubicBezTo>
                <a:lnTo>
                  <a:pt x="193178" y="65342"/>
                </a:lnTo>
                <a:cubicBezTo>
                  <a:pt x="193178" y="59658"/>
                  <a:pt x="200636" y="50783"/>
                  <a:pt x="205608" y="50783"/>
                </a:cubicBezTo>
                <a:cubicBezTo>
                  <a:pt x="206672" y="50783"/>
                  <a:pt x="208271" y="51669"/>
                  <a:pt x="210224" y="53446"/>
                </a:cubicBezTo>
                <a:cubicBezTo>
                  <a:pt x="212888" y="56109"/>
                  <a:pt x="215017" y="56995"/>
                  <a:pt x="217325" y="56995"/>
                </a:cubicBezTo>
                <a:cubicBezTo>
                  <a:pt x="221587" y="56995"/>
                  <a:pt x="224250" y="53977"/>
                  <a:pt x="224250" y="49005"/>
                </a:cubicBezTo>
                <a:cubicBezTo>
                  <a:pt x="224250" y="43148"/>
                  <a:pt x="220522" y="39596"/>
                  <a:pt x="214486" y="39596"/>
                </a:cubicBezTo>
                <a:cubicBezTo>
                  <a:pt x="207027" y="39596"/>
                  <a:pt x="202056" y="43503"/>
                  <a:pt x="193178" y="56285"/>
                </a:cubicBezTo>
                <a:lnTo>
                  <a:pt x="193178" y="39951"/>
                </a:lnTo>
                <a:lnTo>
                  <a:pt x="192292" y="39596"/>
                </a:lnTo>
                <a:cubicBezTo>
                  <a:pt x="182349" y="43503"/>
                  <a:pt x="175955" y="45987"/>
                  <a:pt x="166012" y="49184"/>
                </a:cubicBezTo>
                <a:lnTo>
                  <a:pt x="166012" y="52023"/>
                </a:lnTo>
                <a:cubicBezTo>
                  <a:pt x="168499" y="51492"/>
                  <a:pt x="170097" y="51314"/>
                  <a:pt x="172227" y="51314"/>
                </a:cubicBezTo>
                <a:cubicBezTo>
                  <a:pt x="176665" y="51314"/>
                  <a:pt x="178263" y="54156"/>
                  <a:pt x="178263" y="61966"/>
                </a:cubicBezTo>
                <a:lnTo>
                  <a:pt x="178263" y="106355"/>
                </a:lnTo>
                <a:cubicBezTo>
                  <a:pt x="177908" y="115588"/>
                  <a:pt x="176843" y="116656"/>
                  <a:pt x="165657" y="118607"/>
                </a:cubicBezTo>
                <a:lnTo>
                  <a:pt x="165657" y="121270"/>
                </a:lnTo>
                <a:close/>
                <a:moveTo>
                  <a:pt x="302906" y="109552"/>
                </a:moveTo>
                <a:cubicBezTo>
                  <a:pt x="299888" y="112039"/>
                  <a:pt x="297759" y="112925"/>
                  <a:pt x="295096" y="112925"/>
                </a:cubicBezTo>
                <a:cubicBezTo>
                  <a:pt x="291013" y="112925"/>
                  <a:pt x="289769" y="110441"/>
                  <a:pt x="289769" y="102627"/>
                </a:cubicBezTo>
                <a:lnTo>
                  <a:pt x="289769" y="68005"/>
                </a:lnTo>
                <a:cubicBezTo>
                  <a:pt x="289769" y="58772"/>
                  <a:pt x="288881" y="53622"/>
                  <a:pt x="286217" y="49360"/>
                </a:cubicBezTo>
                <a:cubicBezTo>
                  <a:pt x="282311" y="42969"/>
                  <a:pt x="274676" y="39596"/>
                  <a:pt x="264202" y="39596"/>
                </a:cubicBezTo>
                <a:cubicBezTo>
                  <a:pt x="247510" y="39596"/>
                  <a:pt x="234373" y="48295"/>
                  <a:pt x="234373" y="59482"/>
                </a:cubicBezTo>
                <a:cubicBezTo>
                  <a:pt x="234373" y="63565"/>
                  <a:pt x="237746" y="67117"/>
                  <a:pt x="242007" y="67117"/>
                </a:cubicBezTo>
                <a:cubicBezTo>
                  <a:pt x="246266" y="67117"/>
                  <a:pt x="249997" y="63565"/>
                  <a:pt x="249997" y="59658"/>
                </a:cubicBezTo>
                <a:cubicBezTo>
                  <a:pt x="249997" y="58948"/>
                  <a:pt x="249818" y="58062"/>
                  <a:pt x="249642" y="56819"/>
                </a:cubicBezTo>
                <a:cubicBezTo>
                  <a:pt x="249287" y="55220"/>
                  <a:pt x="249108" y="53801"/>
                  <a:pt x="249108" y="52557"/>
                </a:cubicBezTo>
                <a:cubicBezTo>
                  <a:pt x="249108" y="47764"/>
                  <a:pt x="254790" y="43858"/>
                  <a:pt x="261894" y="43858"/>
                </a:cubicBezTo>
                <a:cubicBezTo>
                  <a:pt x="270593" y="43858"/>
                  <a:pt x="275386" y="49005"/>
                  <a:pt x="275386" y="58593"/>
                </a:cubicBezTo>
                <a:lnTo>
                  <a:pt x="275386" y="69425"/>
                </a:lnTo>
                <a:cubicBezTo>
                  <a:pt x="248220" y="80257"/>
                  <a:pt x="245026" y="81853"/>
                  <a:pt x="237391" y="88601"/>
                </a:cubicBezTo>
                <a:cubicBezTo>
                  <a:pt x="233484" y="92153"/>
                  <a:pt x="230997" y="98189"/>
                  <a:pt x="230997" y="104047"/>
                </a:cubicBezTo>
                <a:cubicBezTo>
                  <a:pt x="230997" y="115233"/>
                  <a:pt x="238811" y="123047"/>
                  <a:pt x="249642" y="123047"/>
                </a:cubicBezTo>
                <a:cubicBezTo>
                  <a:pt x="257453" y="123047"/>
                  <a:pt x="264733" y="119319"/>
                  <a:pt x="275565" y="110086"/>
                </a:cubicBezTo>
                <a:cubicBezTo>
                  <a:pt x="276453" y="119495"/>
                  <a:pt x="279647" y="123047"/>
                  <a:pt x="286927" y="123047"/>
                </a:cubicBezTo>
                <a:cubicBezTo>
                  <a:pt x="292963" y="123047"/>
                  <a:pt x="296694" y="120915"/>
                  <a:pt x="302906" y="114169"/>
                </a:cubicBezTo>
                <a:lnTo>
                  <a:pt x="302906" y="109552"/>
                </a:lnTo>
                <a:moveTo>
                  <a:pt x="275386" y="99433"/>
                </a:moveTo>
                <a:cubicBezTo>
                  <a:pt x="275386" y="104759"/>
                  <a:pt x="274500" y="106713"/>
                  <a:pt x="270769" y="108842"/>
                </a:cubicBezTo>
                <a:cubicBezTo>
                  <a:pt x="266331" y="111327"/>
                  <a:pt x="261539" y="112749"/>
                  <a:pt x="257808" y="112749"/>
                </a:cubicBezTo>
                <a:cubicBezTo>
                  <a:pt x="251596" y="112749"/>
                  <a:pt x="246624" y="106713"/>
                  <a:pt x="246624" y="99075"/>
                </a:cubicBezTo>
                <a:lnTo>
                  <a:pt x="246624" y="98366"/>
                </a:lnTo>
                <a:cubicBezTo>
                  <a:pt x="246800" y="87713"/>
                  <a:pt x="254614" y="80967"/>
                  <a:pt x="275386" y="73687"/>
                </a:cubicBezTo>
                <a:lnTo>
                  <a:pt x="275386" y="99433"/>
                </a:lnTo>
                <a:close/>
                <a:moveTo>
                  <a:pt x="386712" y="52378"/>
                </a:moveTo>
                <a:lnTo>
                  <a:pt x="386712" y="45456"/>
                </a:lnTo>
                <a:lnTo>
                  <a:pt x="373041" y="45456"/>
                </a:lnTo>
                <a:cubicBezTo>
                  <a:pt x="369313" y="45456"/>
                  <a:pt x="366826" y="44922"/>
                  <a:pt x="363277" y="43679"/>
                </a:cubicBezTo>
                <a:lnTo>
                  <a:pt x="359370" y="42259"/>
                </a:lnTo>
                <a:cubicBezTo>
                  <a:pt x="354754" y="40485"/>
                  <a:pt x="349782" y="39596"/>
                  <a:pt x="345165" y="39596"/>
                </a:cubicBezTo>
                <a:cubicBezTo>
                  <a:pt x="328652" y="39596"/>
                  <a:pt x="315512" y="52202"/>
                  <a:pt x="315512" y="68536"/>
                </a:cubicBezTo>
                <a:cubicBezTo>
                  <a:pt x="315512" y="79723"/>
                  <a:pt x="320129" y="86469"/>
                  <a:pt x="332025" y="92329"/>
                </a:cubicBezTo>
                <a:lnTo>
                  <a:pt x="327409" y="96591"/>
                </a:lnTo>
                <a:cubicBezTo>
                  <a:pt x="323681" y="100143"/>
                  <a:pt x="321551" y="102096"/>
                  <a:pt x="321018" y="102806"/>
                </a:cubicBezTo>
                <a:cubicBezTo>
                  <a:pt x="317290" y="106713"/>
                  <a:pt x="316225" y="108664"/>
                  <a:pt x="316225" y="111684"/>
                </a:cubicBezTo>
                <a:cubicBezTo>
                  <a:pt x="316225" y="115588"/>
                  <a:pt x="318178" y="117542"/>
                  <a:pt x="325634" y="121094"/>
                </a:cubicBezTo>
                <a:cubicBezTo>
                  <a:pt x="312849" y="130327"/>
                  <a:pt x="308235" y="136187"/>
                  <a:pt x="308235" y="142754"/>
                </a:cubicBezTo>
                <a:cubicBezTo>
                  <a:pt x="308235" y="152166"/>
                  <a:pt x="321906" y="159977"/>
                  <a:pt x="338950" y="159977"/>
                </a:cubicBezTo>
                <a:cubicBezTo>
                  <a:pt x="352266" y="159977"/>
                  <a:pt x="366116" y="155361"/>
                  <a:pt x="375349" y="147905"/>
                </a:cubicBezTo>
                <a:cubicBezTo>
                  <a:pt x="382098" y="142399"/>
                  <a:pt x="385116" y="136718"/>
                  <a:pt x="385116" y="129972"/>
                </a:cubicBezTo>
                <a:cubicBezTo>
                  <a:pt x="385116" y="118964"/>
                  <a:pt x="376769" y="111684"/>
                  <a:pt x="363632" y="110972"/>
                </a:cubicBezTo>
                <a:lnTo>
                  <a:pt x="340728" y="109907"/>
                </a:lnTo>
                <a:cubicBezTo>
                  <a:pt x="331140" y="109552"/>
                  <a:pt x="326878" y="107954"/>
                  <a:pt x="326878" y="105114"/>
                </a:cubicBezTo>
                <a:cubicBezTo>
                  <a:pt x="326878" y="101562"/>
                  <a:pt x="332735" y="95347"/>
                  <a:pt x="337531" y="93928"/>
                </a:cubicBezTo>
                <a:cubicBezTo>
                  <a:pt x="343922" y="94461"/>
                  <a:pt x="347295" y="94816"/>
                  <a:pt x="347653" y="94816"/>
                </a:cubicBezTo>
                <a:cubicBezTo>
                  <a:pt x="354220" y="94816"/>
                  <a:pt x="361324" y="92153"/>
                  <a:pt x="366826" y="87358"/>
                </a:cubicBezTo>
                <a:cubicBezTo>
                  <a:pt x="372686" y="82386"/>
                  <a:pt x="375349" y="76171"/>
                  <a:pt x="375349" y="67296"/>
                </a:cubicBezTo>
                <a:cubicBezTo>
                  <a:pt x="375349" y="62145"/>
                  <a:pt x="374461" y="58062"/>
                  <a:pt x="371976" y="52378"/>
                </a:cubicBezTo>
                <a:lnTo>
                  <a:pt x="386712" y="52378"/>
                </a:lnTo>
                <a:moveTo>
                  <a:pt x="329362" y="121627"/>
                </a:moveTo>
                <a:cubicBezTo>
                  <a:pt x="335401" y="122868"/>
                  <a:pt x="349248" y="123936"/>
                  <a:pt x="358305" y="123936"/>
                </a:cubicBezTo>
                <a:cubicBezTo>
                  <a:pt x="374285" y="123936"/>
                  <a:pt x="380145" y="126244"/>
                  <a:pt x="380145" y="132635"/>
                </a:cubicBezTo>
                <a:cubicBezTo>
                  <a:pt x="380145" y="142933"/>
                  <a:pt x="366650" y="149858"/>
                  <a:pt x="346585" y="149858"/>
                </a:cubicBezTo>
                <a:cubicBezTo>
                  <a:pt x="330785" y="149858"/>
                  <a:pt x="320663" y="144708"/>
                  <a:pt x="320663" y="136897"/>
                </a:cubicBezTo>
                <a:cubicBezTo>
                  <a:pt x="320663" y="132811"/>
                  <a:pt x="322261" y="130148"/>
                  <a:pt x="329362" y="121627"/>
                </a:cubicBezTo>
                <a:moveTo>
                  <a:pt x="330251" y="61257"/>
                </a:moveTo>
                <a:cubicBezTo>
                  <a:pt x="330251" y="50783"/>
                  <a:pt x="335222" y="44568"/>
                  <a:pt x="343391" y="44568"/>
                </a:cubicBezTo>
                <a:cubicBezTo>
                  <a:pt x="348893" y="44568"/>
                  <a:pt x="353510" y="47586"/>
                  <a:pt x="356352" y="52912"/>
                </a:cubicBezTo>
                <a:cubicBezTo>
                  <a:pt x="359725" y="59127"/>
                  <a:pt x="361678" y="67117"/>
                  <a:pt x="361678" y="74218"/>
                </a:cubicBezTo>
                <a:cubicBezTo>
                  <a:pt x="361678" y="84161"/>
                  <a:pt x="356707" y="90376"/>
                  <a:pt x="348539" y="90376"/>
                </a:cubicBezTo>
                <a:cubicBezTo>
                  <a:pt x="337531" y="90376"/>
                  <a:pt x="330251" y="78834"/>
                  <a:pt x="330251" y="61790"/>
                </a:cubicBezTo>
                <a:lnTo>
                  <a:pt x="330251" y="61257"/>
                </a:lnTo>
                <a:close/>
                <a:moveTo>
                  <a:pt x="395590" y="121270"/>
                </a:moveTo>
                <a:lnTo>
                  <a:pt x="437671" y="121270"/>
                </a:lnTo>
                <a:lnTo>
                  <a:pt x="437671" y="118607"/>
                </a:lnTo>
                <a:cubicBezTo>
                  <a:pt x="425953" y="117721"/>
                  <a:pt x="424710" y="116122"/>
                  <a:pt x="424531" y="103161"/>
                </a:cubicBezTo>
                <a:lnTo>
                  <a:pt x="424531" y="40127"/>
                </a:lnTo>
                <a:lnTo>
                  <a:pt x="423821" y="39596"/>
                </a:lnTo>
                <a:lnTo>
                  <a:pt x="396300" y="49360"/>
                </a:lnTo>
                <a:lnTo>
                  <a:pt x="396300" y="52023"/>
                </a:lnTo>
                <a:lnTo>
                  <a:pt x="397723" y="51847"/>
                </a:lnTo>
                <a:cubicBezTo>
                  <a:pt x="399852" y="51492"/>
                  <a:pt x="401982" y="51314"/>
                  <a:pt x="403759" y="51314"/>
                </a:cubicBezTo>
                <a:cubicBezTo>
                  <a:pt x="408020" y="51314"/>
                  <a:pt x="409616" y="54156"/>
                  <a:pt x="409616" y="61966"/>
                </a:cubicBezTo>
                <a:lnTo>
                  <a:pt x="409616" y="103161"/>
                </a:lnTo>
                <a:cubicBezTo>
                  <a:pt x="409261" y="116298"/>
                  <a:pt x="407666" y="118076"/>
                  <a:pt x="395590" y="118607"/>
                </a:cubicBezTo>
                <a:lnTo>
                  <a:pt x="395590" y="121270"/>
                </a:lnTo>
                <a:moveTo>
                  <a:pt x="415476" y="0"/>
                </a:moveTo>
                <a:cubicBezTo>
                  <a:pt x="410684" y="0"/>
                  <a:pt x="406598" y="4086"/>
                  <a:pt x="406598" y="9057"/>
                </a:cubicBezTo>
                <a:cubicBezTo>
                  <a:pt x="406598" y="14205"/>
                  <a:pt x="410505" y="18111"/>
                  <a:pt x="415476" y="18111"/>
                </a:cubicBezTo>
                <a:cubicBezTo>
                  <a:pt x="420803" y="18111"/>
                  <a:pt x="424710" y="14205"/>
                  <a:pt x="424710" y="9057"/>
                </a:cubicBezTo>
                <a:cubicBezTo>
                  <a:pt x="424710" y="3907"/>
                  <a:pt x="420627" y="0"/>
                  <a:pt x="415476" y="0"/>
                </a:cubicBezTo>
                <a:close/>
                <a:moveTo>
                  <a:pt x="445306" y="121270"/>
                </a:moveTo>
                <a:lnTo>
                  <a:pt x="482948" y="121270"/>
                </a:lnTo>
                <a:lnTo>
                  <a:pt x="482948" y="118607"/>
                </a:lnTo>
                <a:cubicBezTo>
                  <a:pt x="474070" y="118076"/>
                  <a:pt x="471228" y="115767"/>
                  <a:pt x="471228" y="109376"/>
                </a:cubicBezTo>
                <a:lnTo>
                  <a:pt x="471228" y="59482"/>
                </a:lnTo>
                <a:cubicBezTo>
                  <a:pt x="479751" y="51492"/>
                  <a:pt x="483658" y="49360"/>
                  <a:pt x="489518" y="49360"/>
                </a:cubicBezTo>
                <a:cubicBezTo>
                  <a:pt x="498218" y="49360"/>
                  <a:pt x="502480" y="54865"/>
                  <a:pt x="502480" y="66583"/>
                </a:cubicBezTo>
                <a:lnTo>
                  <a:pt x="502480" y="103692"/>
                </a:lnTo>
                <a:cubicBezTo>
                  <a:pt x="502125" y="115233"/>
                  <a:pt x="499992" y="118076"/>
                  <a:pt x="491293" y="118607"/>
                </a:cubicBezTo>
                <a:lnTo>
                  <a:pt x="491293" y="121270"/>
                </a:lnTo>
                <a:lnTo>
                  <a:pt x="528226" y="121270"/>
                </a:lnTo>
                <a:lnTo>
                  <a:pt x="528226" y="118607"/>
                </a:lnTo>
                <a:cubicBezTo>
                  <a:pt x="519524" y="117721"/>
                  <a:pt x="517570" y="115588"/>
                  <a:pt x="517394" y="106889"/>
                </a:cubicBezTo>
                <a:lnTo>
                  <a:pt x="517394" y="66228"/>
                </a:lnTo>
                <a:cubicBezTo>
                  <a:pt x="517394" y="49539"/>
                  <a:pt x="509581" y="39596"/>
                  <a:pt x="496443" y="39596"/>
                </a:cubicBezTo>
                <a:cubicBezTo>
                  <a:pt x="488275" y="39596"/>
                  <a:pt x="482770" y="42614"/>
                  <a:pt x="470697" y="53977"/>
                </a:cubicBezTo>
                <a:lnTo>
                  <a:pt x="470697" y="39951"/>
                </a:lnTo>
                <a:lnTo>
                  <a:pt x="469453" y="39596"/>
                </a:lnTo>
                <a:cubicBezTo>
                  <a:pt x="460220" y="42969"/>
                  <a:pt x="454184" y="44922"/>
                  <a:pt x="444951" y="47586"/>
                </a:cubicBezTo>
                <a:lnTo>
                  <a:pt x="444951" y="50604"/>
                </a:lnTo>
                <a:cubicBezTo>
                  <a:pt x="446194" y="50073"/>
                  <a:pt x="447793" y="49894"/>
                  <a:pt x="449746" y="49894"/>
                </a:cubicBezTo>
                <a:cubicBezTo>
                  <a:pt x="454718" y="49894"/>
                  <a:pt x="456313" y="52557"/>
                  <a:pt x="456313" y="61257"/>
                </a:cubicBezTo>
                <a:lnTo>
                  <a:pt x="456313" y="105290"/>
                </a:lnTo>
                <a:cubicBezTo>
                  <a:pt x="456137" y="115767"/>
                  <a:pt x="454184" y="118076"/>
                  <a:pt x="445306" y="118607"/>
                </a:cubicBezTo>
                <a:lnTo>
                  <a:pt x="445306" y="121270"/>
                </a:lnTo>
                <a:close/>
                <a:moveTo>
                  <a:pt x="614692" y="52378"/>
                </a:moveTo>
                <a:lnTo>
                  <a:pt x="614692" y="45456"/>
                </a:lnTo>
                <a:lnTo>
                  <a:pt x="601021" y="45456"/>
                </a:lnTo>
                <a:cubicBezTo>
                  <a:pt x="597293" y="45456"/>
                  <a:pt x="594806" y="44922"/>
                  <a:pt x="591257" y="43679"/>
                </a:cubicBezTo>
                <a:lnTo>
                  <a:pt x="587350" y="42259"/>
                </a:lnTo>
                <a:cubicBezTo>
                  <a:pt x="582733" y="40485"/>
                  <a:pt x="577762" y="39596"/>
                  <a:pt x="573145" y="39596"/>
                </a:cubicBezTo>
                <a:cubicBezTo>
                  <a:pt x="556632" y="39596"/>
                  <a:pt x="543492" y="52202"/>
                  <a:pt x="543492" y="68536"/>
                </a:cubicBezTo>
                <a:cubicBezTo>
                  <a:pt x="543492" y="79723"/>
                  <a:pt x="548109" y="86469"/>
                  <a:pt x="560005" y="92329"/>
                </a:cubicBezTo>
                <a:lnTo>
                  <a:pt x="555389" y="96591"/>
                </a:lnTo>
                <a:cubicBezTo>
                  <a:pt x="551661" y="100143"/>
                  <a:pt x="549531" y="102096"/>
                  <a:pt x="548998" y="102806"/>
                </a:cubicBezTo>
                <a:cubicBezTo>
                  <a:pt x="545270" y="106713"/>
                  <a:pt x="544205" y="108664"/>
                  <a:pt x="544205" y="111684"/>
                </a:cubicBezTo>
                <a:cubicBezTo>
                  <a:pt x="544205" y="115588"/>
                  <a:pt x="546158" y="117542"/>
                  <a:pt x="553614" y="121094"/>
                </a:cubicBezTo>
                <a:cubicBezTo>
                  <a:pt x="540829" y="130327"/>
                  <a:pt x="536215" y="136187"/>
                  <a:pt x="536215" y="142754"/>
                </a:cubicBezTo>
                <a:cubicBezTo>
                  <a:pt x="536215" y="152166"/>
                  <a:pt x="549886" y="159977"/>
                  <a:pt x="566930" y="159977"/>
                </a:cubicBezTo>
                <a:cubicBezTo>
                  <a:pt x="580246" y="159977"/>
                  <a:pt x="594096" y="155361"/>
                  <a:pt x="603329" y="147905"/>
                </a:cubicBezTo>
                <a:cubicBezTo>
                  <a:pt x="610078" y="142399"/>
                  <a:pt x="613096" y="136718"/>
                  <a:pt x="613096" y="129972"/>
                </a:cubicBezTo>
                <a:cubicBezTo>
                  <a:pt x="613096" y="118964"/>
                  <a:pt x="604749" y="111684"/>
                  <a:pt x="591612" y="110972"/>
                </a:cubicBezTo>
                <a:lnTo>
                  <a:pt x="568708" y="109907"/>
                </a:lnTo>
                <a:cubicBezTo>
                  <a:pt x="559119" y="109552"/>
                  <a:pt x="554858" y="107954"/>
                  <a:pt x="554858" y="105114"/>
                </a:cubicBezTo>
                <a:cubicBezTo>
                  <a:pt x="554858" y="101562"/>
                  <a:pt x="560715" y="95347"/>
                  <a:pt x="565511" y="93928"/>
                </a:cubicBezTo>
                <a:cubicBezTo>
                  <a:pt x="571902" y="94461"/>
                  <a:pt x="575275" y="94816"/>
                  <a:pt x="575632" y="94816"/>
                </a:cubicBezTo>
                <a:cubicBezTo>
                  <a:pt x="582200" y="94816"/>
                  <a:pt x="589303" y="92153"/>
                  <a:pt x="594806" y="87358"/>
                </a:cubicBezTo>
                <a:cubicBezTo>
                  <a:pt x="600666" y="82386"/>
                  <a:pt x="603329" y="76171"/>
                  <a:pt x="603329" y="67296"/>
                </a:cubicBezTo>
                <a:cubicBezTo>
                  <a:pt x="603329" y="62145"/>
                  <a:pt x="602441" y="58062"/>
                  <a:pt x="599956" y="52378"/>
                </a:cubicBezTo>
                <a:lnTo>
                  <a:pt x="614692" y="52378"/>
                </a:lnTo>
                <a:moveTo>
                  <a:pt x="557342" y="121627"/>
                </a:moveTo>
                <a:cubicBezTo>
                  <a:pt x="563381" y="122868"/>
                  <a:pt x="577228" y="123936"/>
                  <a:pt x="586285" y="123936"/>
                </a:cubicBezTo>
                <a:cubicBezTo>
                  <a:pt x="602265" y="123936"/>
                  <a:pt x="608125" y="126244"/>
                  <a:pt x="608125" y="132635"/>
                </a:cubicBezTo>
                <a:cubicBezTo>
                  <a:pt x="608125" y="142933"/>
                  <a:pt x="594630" y="149858"/>
                  <a:pt x="574565" y="149858"/>
                </a:cubicBezTo>
                <a:cubicBezTo>
                  <a:pt x="558765" y="149858"/>
                  <a:pt x="548643" y="144708"/>
                  <a:pt x="548643" y="136897"/>
                </a:cubicBezTo>
                <a:cubicBezTo>
                  <a:pt x="548643" y="132811"/>
                  <a:pt x="550241" y="130148"/>
                  <a:pt x="557342" y="121627"/>
                </a:cubicBezTo>
                <a:moveTo>
                  <a:pt x="558231" y="61257"/>
                </a:moveTo>
                <a:cubicBezTo>
                  <a:pt x="558231" y="50783"/>
                  <a:pt x="563202" y="44568"/>
                  <a:pt x="571371" y="44568"/>
                </a:cubicBezTo>
                <a:cubicBezTo>
                  <a:pt x="576873" y="44568"/>
                  <a:pt x="581490" y="47586"/>
                  <a:pt x="584332" y="52912"/>
                </a:cubicBezTo>
                <a:cubicBezTo>
                  <a:pt x="587705" y="59127"/>
                  <a:pt x="589658" y="67117"/>
                  <a:pt x="589658" y="74218"/>
                </a:cubicBezTo>
                <a:cubicBezTo>
                  <a:pt x="589658" y="84161"/>
                  <a:pt x="584687" y="90376"/>
                  <a:pt x="576518" y="90376"/>
                </a:cubicBezTo>
                <a:cubicBezTo>
                  <a:pt x="565511" y="90376"/>
                  <a:pt x="558231" y="78834"/>
                  <a:pt x="558231" y="61790"/>
                </a:cubicBezTo>
                <a:lnTo>
                  <a:pt x="558231" y="61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Iteratively">
            <a:extLst xmlns:a="http://schemas.openxmlformats.org/drawingml/2006/main">
              <a:ext uri="{FF2B5EF4-FFF2-40B4-BE49-F238E27FC236}">
                <a16:creationId xmlns:a16="http://schemas.microsoft.com/office/drawing/2014/main" id="{C00CF9DB-D11A-4B1F-876F-A9267164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215" y="3437695"/>
            <a:ext cx="914810" cy="203416"/>
          </a:xfrm>
          <a:custGeom xmlns:a="http://schemas.openxmlformats.org/drawingml/2006/main">
            <a:pathLst>
              <a:path w="914810" h="203416">
                <a:moveTo>
                  <a:pt x="0" y="154198"/>
                </a:moveTo>
                <a:lnTo>
                  <a:pt x="67052" y="154198"/>
                </a:lnTo>
                <a:lnTo>
                  <a:pt x="67052" y="149910"/>
                </a:lnTo>
                <a:cubicBezTo>
                  <a:pt x="48539" y="149458"/>
                  <a:pt x="45380" y="146299"/>
                  <a:pt x="44929" y="129591"/>
                </a:cubicBezTo>
                <a:lnTo>
                  <a:pt x="44929" y="29351"/>
                </a:lnTo>
                <a:cubicBezTo>
                  <a:pt x="45380" y="12419"/>
                  <a:pt x="48315" y="9708"/>
                  <a:pt x="67052" y="9033"/>
                </a:cubicBezTo>
                <a:lnTo>
                  <a:pt x="67052" y="4744"/>
                </a:lnTo>
                <a:lnTo>
                  <a:pt x="0" y="4744"/>
                </a:lnTo>
                <a:lnTo>
                  <a:pt x="0" y="9033"/>
                </a:lnTo>
                <a:cubicBezTo>
                  <a:pt x="19192" y="10159"/>
                  <a:pt x="21675" y="12419"/>
                  <a:pt x="21899" y="29351"/>
                </a:cubicBezTo>
                <a:lnTo>
                  <a:pt x="21899" y="129591"/>
                </a:lnTo>
                <a:cubicBezTo>
                  <a:pt x="21675" y="146751"/>
                  <a:pt x="18964" y="149234"/>
                  <a:pt x="0" y="149910"/>
                </a:cubicBezTo>
                <a:lnTo>
                  <a:pt x="0" y="154198"/>
                </a:lnTo>
                <a:close/>
                <a:moveTo>
                  <a:pt x="128688" y="52604"/>
                </a:moveTo>
                <a:lnTo>
                  <a:pt x="105886" y="52604"/>
                </a:lnTo>
                <a:lnTo>
                  <a:pt x="105886" y="26416"/>
                </a:lnTo>
                <a:cubicBezTo>
                  <a:pt x="105886" y="24159"/>
                  <a:pt x="105434" y="23481"/>
                  <a:pt x="104305" y="23481"/>
                </a:cubicBezTo>
                <a:cubicBezTo>
                  <a:pt x="91210" y="42445"/>
                  <a:pt x="84438" y="50120"/>
                  <a:pt x="77892" y="53958"/>
                </a:cubicBezTo>
                <a:cubicBezTo>
                  <a:pt x="75408" y="55539"/>
                  <a:pt x="74051" y="56893"/>
                  <a:pt x="74051" y="58250"/>
                </a:cubicBezTo>
                <a:cubicBezTo>
                  <a:pt x="74051" y="58926"/>
                  <a:pt x="74279" y="59377"/>
                  <a:pt x="74957" y="59828"/>
                </a:cubicBezTo>
                <a:lnTo>
                  <a:pt x="86921" y="59828"/>
                </a:lnTo>
                <a:lnTo>
                  <a:pt x="86921" y="127786"/>
                </a:lnTo>
                <a:cubicBezTo>
                  <a:pt x="86921" y="146751"/>
                  <a:pt x="93694" y="156458"/>
                  <a:pt x="107016" y="156458"/>
                </a:cubicBezTo>
                <a:cubicBezTo>
                  <a:pt x="118077" y="156458"/>
                  <a:pt x="126655" y="151039"/>
                  <a:pt x="134107" y="139299"/>
                </a:cubicBezTo>
                <a:lnTo>
                  <a:pt x="131172" y="136815"/>
                </a:lnTo>
                <a:cubicBezTo>
                  <a:pt x="126204" y="142686"/>
                  <a:pt x="122594" y="144718"/>
                  <a:pt x="117626" y="144718"/>
                </a:cubicBezTo>
                <a:cubicBezTo>
                  <a:pt x="109272" y="144718"/>
                  <a:pt x="105886" y="138624"/>
                  <a:pt x="105886" y="124400"/>
                </a:cubicBezTo>
                <a:lnTo>
                  <a:pt x="105886" y="59828"/>
                </a:lnTo>
                <a:lnTo>
                  <a:pt x="128688" y="59828"/>
                </a:lnTo>
                <a:lnTo>
                  <a:pt x="128688" y="52604"/>
                </a:lnTo>
                <a:close/>
                <a:moveTo>
                  <a:pt x="225993" y="117176"/>
                </a:moveTo>
                <a:cubicBezTo>
                  <a:pt x="215159" y="134332"/>
                  <a:pt x="205448" y="140880"/>
                  <a:pt x="191000" y="140880"/>
                </a:cubicBezTo>
                <a:cubicBezTo>
                  <a:pt x="178133" y="140880"/>
                  <a:pt x="168425" y="134332"/>
                  <a:pt x="161876" y="121465"/>
                </a:cubicBezTo>
                <a:cubicBezTo>
                  <a:pt x="157811" y="112883"/>
                  <a:pt x="156234" y="105659"/>
                  <a:pt x="155782" y="91663"/>
                </a:cubicBezTo>
                <a:lnTo>
                  <a:pt x="225318" y="91663"/>
                </a:lnTo>
                <a:cubicBezTo>
                  <a:pt x="223510" y="76987"/>
                  <a:pt x="221253" y="70442"/>
                  <a:pt x="215610" y="63214"/>
                </a:cubicBezTo>
                <a:cubicBezTo>
                  <a:pt x="208834" y="55088"/>
                  <a:pt x="198451" y="50348"/>
                  <a:pt x="186711" y="50348"/>
                </a:cubicBezTo>
                <a:cubicBezTo>
                  <a:pt x="175422" y="50348"/>
                  <a:pt x="164811" y="54413"/>
                  <a:pt x="156234" y="62088"/>
                </a:cubicBezTo>
                <a:cubicBezTo>
                  <a:pt x="145620" y="71344"/>
                  <a:pt x="139526" y="87374"/>
                  <a:pt x="139526" y="105887"/>
                </a:cubicBezTo>
                <a:cubicBezTo>
                  <a:pt x="139526" y="137043"/>
                  <a:pt x="155782" y="156458"/>
                  <a:pt x="181743" y="156458"/>
                </a:cubicBezTo>
                <a:cubicBezTo>
                  <a:pt x="203191" y="156458"/>
                  <a:pt x="220123" y="143137"/>
                  <a:pt x="229607" y="118754"/>
                </a:cubicBezTo>
                <a:lnTo>
                  <a:pt x="225993" y="117176"/>
                </a:lnTo>
                <a:moveTo>
                  <a:pt x="156234" y="84439"/>
                </a:moveTo>
                <a:cubicBezTo>
                  <a:pt x="158714" y="66828"/>
                  <a:pt x="166393" y="58474"/>
                  <a:pt x="180162" y="58474"/>
                </a:cubicBezTo>
                <a:cubicBezTo>
                  <a:pt x="193935" y="58474"/>
                  <a:pt x="199354" y="64796"/>
                  <a:pt x="202289" y="84439"/>
                </a:cubicBezTo>
                <a:lnTo>
                  <a:pt x="156234" y="84439"/>
                </a:lnTo>
                <a:close/>
                <a:moveTo>
                  <a:pt x="234347" y="154198"/>
                </a:moveTo>
                <a:lnTo>
                  <a:pt x="288532" y="154198"/>
                </a:lnTo>
                <a:lnTo>
                  <a:pt x="288532" y="150812"/>
                </a:lnTo>
                <a:cubicBezTo>
                  <a:pt x="273405" y="150361"/>
                  <a:pt x="269792" y="147202"/>
                  <a:pt x="269340" y="133880"/>
                </a:cubicBezTo>
                <a:lnTo>
                  <a:pt x="269340" y="83085"/>
                </a:lnTo>
                <a:cubicBezTo>
                  <a:pt x="269340" y="75857"/>
                  <a:pt x="278824" y="64572"/>
                  <a:pt x="285146" y="64572"/>
                </a:cubicBezTo>
                <a:cubicBezTo>
                  <a:pt x="286500" y="64572"/>
                  <a:pt x="288532" y="65698"/>
                  <a:pt x="291016" y="67958"/>
                </a:cubicBezTo>
                <a:cubicBezTo>
                  <a:pt x="294402" y="71344"/>
                  <a:pt x="297110" y="72471"/>
                  <a:pt x="300045" y="72471"/>
                </a:cubicBezTo>
                <a:cubicBezTo>
                  <a:pt x="305464" y="72471"/>
                  <a:pt x="308850" y="68633"/>
                  <a:pt x="308850" y="62312"/>
                </a:cubicBezTo>
                <a:cubicBezTo>
                  <a:pt x="308850" y="54864"/>
                  <a:pt x="304110" y="50348"/>
                  <a:pt x="296435" y="50348"/>
                </a:cubicBezTo>
                <a:cubicBezTo>
                  <a:pt x="286951" y="50348"/>
                  <a:pt x="280629" y="55315"/>
                  <a:pt x="269340" y="71568"/>
                </a:cubicBezTo>
                <a:lnTo>
                  <a:pt x="269340" y="50799"/>
                </a:lnTo>
                <a:lnTo>
                  <a:pt x="268214" y="50348"/>
                </a:lnTo>
                <a:cubicBezTo>
                  <a:pt x="255571" y="55315"/>
                  <a:pt x="247441" y="58474"/>
                  <a:pt x="234798" y="62539"/>
                </a:cubicBezTo>
                <a:lnTo>
                  <a:pt x="234798" y="66150"/>
                </a:lnTo>
                <a:cubicBezTo>
                  <a:pt x="237961" y="65474"/>
                  <a:pt x="239993" y="65247"/>
                  <a:pt x="242701" y="65247"/>
                </a:cubicBezTo>
                <a:cubicBezTo>
                  <a:pt x="248344" y="65247"/>
                  <a:pt x="250376" y="68861"/>
                  <a:pt x="250376" y="78792"/>
                </a:cubicBezTo>
                <a:lnTo>
                  <a:pt x="250376" y="135234"/>
                </a:lnTo>
                <a:cubicBezTo>
                  <a:pt x="249925" y="146974"/>
                  <a:pt x="248571" y="148332"/>
                  <a:pt x="234347" y="150812"/>
                </a:cubicBezTo>
                <a:lnTo>
                  <a:pt x="234347" y="154198"/>
                </a:lnTo>
                <a:close/>
                <a:moveTo>
                  <a:pt x="408186" y="139299"/>
                </a:moveTo>
                <a:cubicBezTo>
                  <a:pt x="404349" y="142462"/>
                  <a:pt x="401641" y="143588"/>
                  <a:pt x="398255" y="143588"/>
                </a:cubicBezTo>
                <a:cubicBezTo>
                  <a:pt x="393063" y="143588"/>
                  <a:pt x="391482" y="140429"/>
                  <a:pt x="391482" y="130494"/>
                </a:cubicBezTo>
                <a:lnTo>
                  <a:pt x="391482" y="86471"/>
                </a:lnTo>
                <a:cubicBezTo>
                  <a:pt x="391482" y="74731"/>
                  <a:pt x="390352" y="68182"/>
                  <a:pt x="386966" y="62763"/>
                </a:cubicBezTo>
                <a:cubicBezTo>
                  <a:pt x="381998" y="54637"/>
                  <a:pt x="372290" y="50348"/>
                  <a:pt x="358972" y="50348"/>
                </a:cubicBezTo>
                <a:cubicBezTo>
                  <a:pt x="337748" y="50348"/>
                  <a:pt x="321044" y="61409"/>
                  <a:pt x="321044" y="75633"/>
                </a:cubicBezTo>
                <a:cubicBezTo>
                  <a:pt x="321044" y="80825"/>
                  <a:pt x="325332" y="85341"/>
                  <a:pt x="330751" y="85341"/>
                </a:cubicBezTo>
                <a:cubicBezTo>
                  <a:pt x="336167" y="85341"/>
                  <a:pt x="340910" y="80825"/>
                  <a:pt x="340910" y="75857"/>
                </a:cubicBezTo>
                <a:cubicBezTo>
                  <a:pt x="340910" y="74955"/>
                  <a:pt x="340683" y="73828"/>
                  <a:pt x="340459" y="72247"/>
                </a:cubicBezTo>
                <a:cubicBezTo>
                  <a:pt x="340008" y="70215"/>
                  <a:pt x="339780" y="68409"/>
                  <a:pt x="339780" y="66828"/>
                </a:cubicBezTo>
                <a:cubicBezTo>
                  <a:pt x="339780" y="60734"/>
                  <a:pt x="347004" y="55767"/>
                  <a:pt x="356037" y="55767"/>
                </a:cubicBezTo>
                <a:cubicBezTo>
                  <a:pt x="367099" y="55767"/>
                  <a:pt x="373193" y="62312"/>
                  <a:pt x="373193" y="74503"/>
                </a:cubicBezTo>
                <a:lnTo>
                  <a:pt x="373193" y="88276"/>
                </a:lnTo>
                <a:cubicBezTo>
                  <a:pt x="338651" y="102049"/>
                  <a:pt x="334589" y="104078"/>
                  <a:pt x="324881" y="112660"/>
                </a:cubicBezTo>
                <a:cubicBezTo>
                  <a:pt x="319914" y="117176"/>
                  <a:pt x="316751" y="124851"/>
                  <a:pt x="316751" y="132299"/>
                </a:cubicBezTo>
                <a:cubicBezTo>
                  <a:pt x="316751" y="146523"/>
                  <a:pt x="326686" y="156458"/>
                  <a:pt x="340459" y="156458"/>
                </a:cubicBezTo>
                <a:cubicBezTo>
                  <a:pt x="350391" y="156458"/>
                  <a:pt x="359647" y="151718"/>
                  <a:pt x="373420" y="139978"/>
                </a:cubicBezTo>
                <a:cubicBezTo>
                  <a:pt x="374550" y="151942"/>
                  <a:pt x="378612" y="156458"/>
                  <a:pt x="387868" y="156458"/>
                </a:cubicBezTo>
                <a:cubicBezTo>
                  <a:pt x="395544" y="156458"/>
                  <a:pt x="400287" y="153747"/>
                  <a:pt x="408186" y="145169"/>
                </a:cubicBezTo>
                <a:lnTo>
                  <a:pt x="408186" y="139299"/>
                </a:lnTo>
                <a:moveTo>
                  <a:pt x="373193" y="126432"/>
                </a:moveTo>
                <a:cubicBezTo>
                  <a:pt x="373193" y="133205"/>
                  <a:pt x="372066" y="135689"/>
                  <a:pt x="367323" y="138397"/>
                </a:cubicBezTo>
                <a:cubicBezTo>
                  <a:pt x="361680" y="141556"/>
                  <a:pt x="355586" y="143364"/>
                  <a:pt x="350842" y="143364"/>
                </a:cubicBezTo>
                <a:cubicBezTo>
                  <a:pt x="342943" y="143364"/>
                  <a:pt x="336621" y="135689"/>
                  <a:pt x="336621" y="125978"/>
                </a:cubicBezTo>
                <a:lnTo>
                  <a:pt x="336621" y="125075"/>
                </a:lnTo>
                <a:cubicBezTo>
                  <a:pt x="336845" y="111530"/>
                  <a:pt x="346781" y="102952"/>
                  <a:pt x="373193" y="93695"/>
                </a:cubicBezTo>
                <a:lnTo>
                  <a:pt x="373193" y="126432"/>
                </a:lnTo>
                <a:close/>
                <a:moveTo>
                  <a:pt x="466209" y="52604"/>
                </a:moveTo>
                <a:lnTo>
                  <a:pt x="443407" y="52604"/>
                </a:lnTo>
                <a:lnTo>
                  <a:pt x="443407" y="26416"/>
                </a:lnTo>
                <a:cubicBezTo>
                  <a:pt x="443407" y="24159"/>
                  <a:pt x="442956" y="23481"/>
                  <a:pt x="441826" y="23481"/>
                </a:cubicBezTo>
                <a:cubicBezTo>
                  <a:pt x="428732" y="42445"/>
                  <a:pt x="421959" y="50120"/>
                  <a:pt x="415414" y="53958"/>
                </a:cubicBezTo>
                <a:cubicBezTo>
                  <a:pt x="412930" y="55539"/>
                  <a:pt x="411573" y="56893"/>
                  <a:pt x="411573" y="58250"/>
                </a:cubicBezTo>
                <a:cubicBezTo>
                  <a:pt x="411573" y="58926"/>
                  <a:pt x="411800" y="59377"/>
                  <a:pt x="412479" y="59828"/>
                </a:cubicBezTo>
                <a:lnTo>
                  <a:pt x="424443" y="59828"/>
                </a:lnTo>
                <a:lnTo>
                  <a:pt x="424443" y="127786"/>
                </a:lnTo>
                <a:cubicBezTo>
                  <a:pt x="424443" y="146751"/>
                  <a:pt x="431215" y="156458"/>
                  <a:pt x="444537" y="156458"/>
                </a:cubicBezTo>
                <a:cubicBezTo>
                  <a:pt x="455599" y="156458"/>
                  <a:pt x="464177" y="151039"/>
                  <a:pt x="471628" y="139299"/>
                </a:cubicBezTo>
                <a:lnTo>
                  <a:pt x="468693" y="136815"/>
                </a:lnTo>
                <a:cubicBezTo>
                  <a:pt x="463725" y="142686"/>
                  <a:pt x="460115" y="144718"/>
                  <a:pt x="455147" y="144718"/>
                </a:cubicBezTo>
                <a:cubicBezTo>
                  <a:pt x="446793" y="144718"/>
                  <a:pt x="443407" y="138624"/>
                  <a:pt x="443407" y="124400"/>
                </a:cubicBezTo>
                <a:lnTo>
                  <a:pt x="443407" y="59828"/>
                </a:lnTo>
                <a:lnTo>
                  <a:pt x="466209" y="59828"/>
                </a:lnTo>
                <a:lnTo>
                  <a:pt x="466209" y="52604"/>
                </a:lnTo>
                <a:close/>
                <a:moveTo>
                  <a:pt x="474112" y="154198"/>
                </a:moveTo>
                <a:lnTo>
                  <a:pt x="527618" y="154198"/>
                </a:lnTo>
                <a:lnTo>
                  <a:pt x="527618" y="150812"/>
                </a:lnTo>
                <a:cubicBezTo>
                  <a:pt x="512719" y="149686"/>
                  <a:pt x="511138" y="147653"/>
                  <a:pt x="510910" y="131173"/>
                </a:cubicBezTo>
                <a:lnTo>
                  <a:pt x="510910" y="51023"/>
                </a:lnTo>
                <a:lnTo>
                  <a:pt x="510008" y="50348"/>
                </a:lnTo>
                <a:lnTo>
                  <a:pt x="475014" y="62763"/>
                </a:lnTo>
                <a:lnTo>
                  <a:pt x="475014" y="66150"/>
                </a:lnTo>
                <a:lnTo>
                  <a:pt x="476823" y="65926"/>
                </a:lnTo>
                <a:cubicBezTo>
                  <a:pt x="479531" y="65474"/>
                  <a:pt x="482238" y="65247"/>
                  <a:pt x="484498" y="65247"/>
                </a:cubicBezTo>
                <a:cubicBezTo>
                  <a:pt x="489917" y="65247"/>
                  <a:pt x="491946" y="68861"/>
                  <a:pt x="491946" y="78792"/>
                </a:cubicBezTo>
                <a:lnTo>
                  <a:pt x="491946" y="131173"/>
                </a:lnTo>
                <a:cubicBezTo>
                  <a:pt x="491495" y="147877"/>
                  <a:pt x="489466" y="150137"/>
                  <a:pt x="474112" y="150812"/>
                </a:cubicBezTo>
                <a:lnTo>
                  <a:pt x="474112" y="154198"/>
                </a:lnTo>
                <a:moveTo>
                  <a:pt x="499398" y="0"/>
                </a:moveTo>
                <a:cubicBezTo>
                  <a:pt x="493303" y="0"/>
                  <a:pt x="488108" y="5195"/>
                  <a:pt x="488108" y="11516"/>
                </a:cubicBezTo>
                <a:cubicBezTo>
                  <a:pt x="488108" y="18062"/>
                  <a:pt x="493076" y="23029"/>
                  <a:pt x="499398" y="23029"/>
                </a:cubicBezTo>
                <a:cubicBezTo>
                  <a:pt x="506170" y="23029"/>
                  <a:pt x="511138" y="18062"/>
                  <a:pt x="511138" y="11516"/>
                </a:cubicBezTo>
                <a:cubicBezTo>
                  <a:pt x="511138" y="4968"/>
                  <a:pt x="505946" y="0"/>
                  <a:pt x="499398" y="0"/>
                </a:cubicBezTo>
                <a:close/>
                <a:moveTo>
                  <a:pt x="640953" y="52604"/>
                </a:moveTo>
                <a:lnTo>
                  <a:pt x="609574" y="52604"/>
                </a:lnTo>
                <a:lnTo>
                  <a:pt x="609574" y="55990"/>
                </a:lnTo>
                <a:cubicBezTo>
                  <a:pt x="616798" y="56669"/>
                  <a:pt x="620184" y="58926"/>
                  <a:pt x="620184" y="63214"/>
                </a:cubicBezTo>
                <a:cubicBezTo>
                  <a:pt x="620184" y="65474"/>
                  <a:pt x="619733" y="67731"/>
                  <a:pt x="618830" y="69991"/>
                </a:cubicBezTo>
                <a:lnTo>
                  <a:pt x="596479" y="128461"/>
                </a:lnTo>
                <a:lnTo>
                  <a:pt x="573450" y="70666"/>
                </a:lnTo>
                <a:cubicBezTo>
                  <a:pt x="572096" y="67507"/>
                  <a:pt x="571418" y="64344"/>
                  <a:pt x="571418" y="62312"/>
                </a:cubicBezTo>
                <a:cubicBezTo>
                  <a:pt x="571418" y="58250"/>
                  <a:pt x="573901" y="56669"/>
                  <a:pt x="581804" y="55990"/>
                </a:cubicBezTo>
                <a:lnTo>
                  <a:pt x="581804" y="52604"/>
                </a:lnTo>
                <a:lnTo>
                  <a:pt x="537554" y="52604"/>
                </a:lnTo>
                <a:lnTo>
                  <a:pt x="537554" y="55990"/>
                </a:lnTo>
                <a:cubicBezTo>
                  <a:pt x="546132" y="56442"/>
                  <a:pt x="547713" y="58702"/>
                  <a:pt x="558096" y="81955"/>
                </a:cubicBezTo>
                <a:lnTo>
                  <a:pt x="585190" y="146751"/>
                </a:lnTo>
                <a:cubicBezTo>
                  <a:pt x="585642" y="148104"/>
                  <a:pt x="586317" y="149686"/>
                  <a:pt x="586996" y="151491"/>
                </a:cubicBezTo>
                <a:cubicBezTo>
                  <a:pt x="587674" y="153296"/>
                  <a:pt x="588349" y="154877"/>
                  <a:pt x="589028" y="156007"/>
                </a:cubicBezTo>
                <a:cubicBezTo>
                  <a:pt x="589479" y="156910"/>
                  <a:pt x="590382" y="157361"/>
                  <a:pt x="591061" y="157361"/>
                </a:cubicBezTo>
                <a:cubicBezTo>
                  <a:pt x="592414" y="157361"/>
                  <a:pt x="593996" y="154426"/>
                  <a:pt x="597382" y="146072"/>
                </a:cubicBezTo>
                <a:lnTo>
                  <a:pt x="626278" y="73601"/>
                </a:lnTo>
                <a:cubicBezTo>
                  <a:pt x="632827" y="58250"/>
                  <a:pt x="634181" y="56669"/>
                  <a:pt x="640953" y="55990"/>
                </a:cubicBezTo>
                <a:lnTo>
                  <a:pt x="640953" y="52604"/>
                </a:lnTo>
                <a:close/>
                <a:moveTo>
                  <a:pt x="737582" y="117176"/>
                </a:moveTo>
                <a:cubicBezTo>
                  <a:pt x="726748" y="134332"/>
                  <a:pt x="717037" y="140880"/>
                  <a:pt x="702589" y="140880"/>
                </a:cubicBezTo>
                <a:cubicBezTo>
                  <a:pt x="689722" y="140880"/>
                  <a:pt x="680014" y="134332"/>
                  <a:pt x="673465" y="121465"/>
                </a:cubicBezTo>
                <a:cubicBezTo>
                  <a:pt x="669400" y="112883"/>
                  <a:pt x="667823" y="105659"/>
                  <a:pt x="667371" y="91663"/>
                </a:cubicBezTo>
                <a:lnTo>
                  <a:pt x="736907" y="91663"/>
                </a:lnTo>
                <a:cubicBezTo>
                  <a:pt x="735099" y="76987"/>
                  <a:pt x="732842" y="70442"/>
                  <a:pt x="727199" y="63214"/>
                </a:cubicBezTo>
                <a:cubicBezTo>
                  <a:pt x="720423" y="55088"/>
                  <a:pt x="710040" y="50348"/>
                  <a:pt x="698300" y="50348"/>
                </a:cubicBezTo>
                <a:cubicBezTo>
                  <a:pt x="687011" y="50348"/>
                  <a:pt x="676400" y="54413"/>
                  <a:pt x="667823" y="62088"/>
                </a:cubicBezTo>
                <a:cubicBezTo>
                  <a:pt x="657209" y="71344"/>
                  <a:pt x="651115" y="87374"/>
                  <a:pt x="651115" y="105887"/>
                </a:cubicBezTo>
                <a:cubicBezTo>
                  <a:pt x="651115" y="137043"/>
                  <a:pt x="667371" y="156458"/>
                  <a:pt x="693332" y="156458"/>
                </a:cubicBezTo>
                <a:cubicBezTo>
                  <a:pt x="714780" y="156458"/>
                  <a:pt x="731712" y="143137"/>
                  <a:pt x="741196" y="118754"/>
                </a:cubicBezTo>
                <a:lnTo>
                  <a:pt x="737582" y="117176"/>
                </a:lnTo>
                <a:moveTo>
                  <a:pt x="667823" y="84439"/>
                </a:moveTo>
                <a:cubicBezTo>
                  <a:pt x="670303" y="66828"/>
                  <a:pt x="677982" y="58474"/>
                  <a:pt x="691751" y="58474"/>
                </a:cubicBezTo>
                <a:cubicBezTo>
                  <a:pt x="705524" y="58474"/>
                  <a:pt x="710943" y="64796"/>
                  <a:pt x="713878" y="84439"/>
                </a:cubicBezTo>
                <a:lnTo>
                  <a:pt x="667823" y="84439"/>
                </a:lnTo>
                <a:close/>
                <a:moveTo>
                  <a:pt x="750452" y="154198"/>
                </a:moveTo>
                <a:lnTo>
                  <a:pt x="803732" y="154198"/>
                </a:lnTo>
                <a:lnTo>
                  <a:pt x="803732" y="150812"/>
                </a:lnTo>
                <a:cubicBezTo>
                  <a:pt x="789511" y="150137"/>
                  <a:pt x="787027" y="147877"/>
                  <a:pt x="786800" y="135234"/>
                </a:cubicBezTo>
                <a:lnTo>
                  <a:pt x="786800" y="451"/>
                </a:lnTo>
                <a:lnTo>
                  <a:pt x="785897" y="0"/>
                </a:lnTo>
                <a:cubicBezTo>
                  <a:pt x="774384" y="3614"/>
                  <a:pt x="766030" y="6098"/>
                  <a:pt x="750001" y="9935"/>
                </a:cubicBezTo>
                <a:lnTo>
                  <a:pt x="750001" y="13545"/>
                </a:lnTo>
                <a:lnTo>
                  <a:pt x="751355" y="13545"/>
                </a:lnTo>
                <a:cubicBezTo>
                  <a:pt x="753839" y="13322"/>
                  <a:pt x="756546" y="13094"/>
                  <a:pt x="758355" y="13094"/>
                </a:cubicBezTo>
                <a:cubicBezTo>
                  <a:pt x="765579" y="13094"/>
                  <a:pt x="767835" y="16257"/>
                  <a:pt x="767835" y="26867"/>
                </a:cubicBezTo>
                <a:lnTo>
                  <a:pt x="767835" y="134559"/>
                </a:lnTo>
                <a:cubicBezTo>
                  <a:pt x="767612" y="146751"/>
                  <a:pt x="764449" y="149910"/>
                  <a:pt x="750452" y="150812"/>
                </a:cubicBezTo>
                <a:lnTo>
                  <a:pt x="750452" y="154198"/>
                </a:lnTo>
                <a:close/>
                <a:moveTo>
                  <a:pt x="914810" y="52604"/>
                </a:moveTo>
                <a:lnTo>
                  <a:pt x="884333" y="52604"/>
                </a:lnTo>
                <a:lnTo>
                  <a:pt x="884333" y="55990"/>
                </a:lnTo>
                <a:cubicBezTo>
                  <a:pt x="891557" y="55990"/>
                  <a:pt x="895170" y="58023"/>
                  <a:pt x="895170" y="61637"/>
                </a:cubicBezTo>
                <a:cubicBezTo>
                  <a:pt x="895170" y="62539"/>
                  <a:pt x="894943" y="63893"/>
                  <a:pt x="894264" y="65474"/>
                </a:cubicBezTo>
                <a:lnTo>
                  <a:pt x="872365" y="127786"/>
                </a:lnTo>
                <a:lnTo>
                  <a:pt x="846404" y="70666"/>
                </a:lnTo>
                <a:cubicBezTo>
                  <a:pt x="845047" y="67507"/>
                  <a:pt x="844144" y="64344"/>
                  <a:pt x="844144" y="62088"/>
                </a:cubicBezTo>
                <a:cubicBezTo>
                  <a:pt x="844144" y="58023"/>
                  <a:pt x="847530" y="56442"/>
                  <a:pt x="857238" y="55990"/>
                </a:cubicBezTo>
                <a:lnTo>
                  <a:pt x="857238" y="52604"/>
                </a:lnTo>
                <a:lnTo>
                  <a:pt x="810732" y="52604"/>
                </a:lnTo>
                <a:lnTo>
                  <a:pt x="810732" y="55767"/>
                </a:lnTo>
                <a:cubicBezTo>
                  <a:pt x="816602" y="56669"/>
                  <a:pt x="820440" y="59153"/>
                  <a:pt x="822245" y="62991"/>
                </a:cubicBezTo>
                <a:lnTo>
                  <a:pt x="847982" y="118530"/>
                </a:lnTo>
                <a:cubicBezTo>
                  <a:pt x="850693" y="124624"/>
                  <a:pt x="850917" y="124851"/>
                  <a:pt x="852047" y="127108"/>
                </a:cubicBezTo>
                <a:cubicBezTo>
                  <a:pt x="858368" y="138397"/>
                  <a:pt x="861982" y="146751"/>
                  <a:pt x="861982" y="150137"/>
                </a:cubicBezTo>
                <a:cubicBezTo>
                  <a:pt x="861982" y="153747"/>
                  <a:pt x="856787" y="167520"/>
                  <a:pt x="852949" y="174520"/>
                </a:cubicBezTo>
                <a:cubicBezTo>
                  <a:pt x="849563" y="180163"/>
                  <a:pt x="844823" y="184452"/>
                  <a:pt x="841660" y="184452"/>
                </a:cubicBezTo>
                <a:cubicBezTo>
                  <a:pt x="840306" y="184452"/>
                  <a:pt x="838274" y="184001"/>
                  <a:pt x="835794" y="182874"/>
                </a:cubicBezTo>
                <a:cubicBezTo>
                  <a:pt x="831729" y="181293"/>
                  <a:pt x="827664" y="180390"/>
                  <a:pt x="824053" y="180390"/>
                </a:cubicBezTo>
                <a:cubicBezTo>
                  <a:pt x="818634" y="180390"/>
                  <a:pt x="814345" y="184679"/>
                  <a:pt x="814345" y="190322"/>
                </a:cubicBezTo>
                <a:cubicBezTo>
                  <a:pt x="814345" y="197773"/>
                  <a:pt x="821342" y="203416"/>
                  <a:pt x="831050" y="203416"/>
                </a:cubicBezTo>
                <a:cubicBezTo>
                  <a:pt x="846404" y="203416"/>
                  <a:pt x="856787" y="191001"/>
                  <a:pt x="869206" y="158263"/>
                </a:cubicBezTo>
                <a:lnTo>
                  <a:pt x="903972" y="66150"/>
                </a:lnTo>
                <a:cubicBezTo>
                  <a:pt x="906907" y="58926"/>
                  <a:pt x="909391" y="56669"/>
                  <a:pt x="914810" y="55990"/>
                </a:cubicBezTo>
                <a:lnTo>
                  <a:pt x="914810" y="526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90e5c817246f9"/>
          <a:stretch xmlns:a="http://schemas.openxmlformats.org/drawingml/2006/main"/>
        </p:blipFill>
        <p:spPr>
          <a:xfrm xmlns:a="http://schemas.openxmlformats.org/drawingml/2006/main">
            <a:off x="9035522" y="4324361"/>
            <a:ext cx="859261" cy="859261"/>
          </a:xfrm>
          <a:prstGeom xmlns:a="http://schemas.openxmlformats.org/drawingml/2006/main" prst="rect">
            <a:avLst/>
          </a:prstGeom>
        </p:spPr>
      </p:pic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D1C36-DDB8-47FB-A656-BF5E33A3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1417" y="4320311"/>
            <a:ext cx="867362" cy="867362"/>
          </a:xfrm>
          <a:custGeom xmlns:a="http://schemas.openxmlformats.org/drawingml/2006/main">
            <a:pathLst>
              <a:path w="867362" h="867362" fill="none">
                <a:moveTo>
                  <a:pt x="0" y="867362"/>
                </a:moveTo>
                <a:lnTo>
                  <a:pt x="867362" y="867362"/>
                </a:lnTo>
                <a:lnTo>
                  <a:pt x="867362" y="0"/>
                </a:lnTo>
                <a:lnTo>
                  <a:pt x="0" y="0"/>
                </a:lnTo>
                <a:lnTo>
                  <a:pt x="0" y="8673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00" cap="flat">
            <a:solidFill>
              <a:srgbClr val="000000"/>
            </a:solidFill>
            <a:round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55A8C8-92EB-4DB6-B658-9BF356CB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775" y="1327961"/>
            <a:ext cx="1788509" cy="1149571"/>
          </a:xfrm>
          <a:custGeom xmlns:a="http://schemas.openxmlformats.org/drawingml/2006/main">
            <a:pathLst>
              <a:path w="1788509" h="1149571">
                <a:moveTo>
                  <a:pt x="0" y="191595"/>
                </a:moveTo>
                <a:cubicBezTo>
                  <a:pt x="0" y="85753"/>
                  <a:pt x="85753" y="0"/>
                  <a:pt x="191595" y="0"/>
                </a:cubicBezTo>
                <a:lnTo>
                  <a:pt x="1596914" y="0"/>
                </a:lnTo>
                <a:cubicBezTo>
                  <a:pt x="1702756" y="0"/>
                  <a:pt x="1788509" y="85753"/>
                  <a:pt x="1788509" y="191595"/>
                </a:cubicBezTo>
                <a:lnTo>
                  <a:pt x="1788509" y="957975"/>
                </a:lnTo>
                <a:cubicBezTo>
                  <a:pt x="1788509" y="1063817"/>
                  <a:pt x="1702756" y="1149571"/>
                  <a:pt x="1596914" y="1149571"/>
                </a:cubicBezTo>
                <a:lnTo>
                  <a:pt x="191595" y="1149571"/>
                </a:lnTo>
                <a:cubicBezTo>
                  <a:pt x="85753" y="1149571"/>
                  <a:pt x="0" y="1063817"/>
                  <a:pt x="0" y="957975"/>
                </a:cubicBezTo>
                <a:lnTo>
                  <a:pt x="0" y="191595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59E916-A0C3-4D6F-8DDC-1329AE52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775" y="1327961"/>
            <a:ext cx="1788509" cy="1149571"/>
          </a:xfrm>
          <a:custGeom xmlns:a="http://schemas.openxmlformats.org/drawingml/2006/main">
            <a:pathLst>
              <a:path w="1788509" h="1149571" fill="none">
                <a:moveTo>
                  <a:pt x="0" y="191595"/>
                </a:moveTo>
                <a:cubicBezTo>
                  <a:pt x="0" y="85753"/>
                  <a:pt x="85753" y="0"/>
                  <a:pt x="191595" y="0"/>
                </a:cubicBezTo>
                <a:lnTo>
                  <a:pt x="1596914" y="0"/>
                </a:lnTo>
                <a:cubicBezTo>
                  <a:pt x="1702756" y="0"/>
                  <a:pt x="1788509" y="85753"/>
                  <a:pt x="1788509" y="191595"/>
                </a:cubicBezTo>
                <a:lnTo>
                  <a:pt x="1788509" y="957975"/>
                </a:lnTo>
                <a:cubicBezTo>
                  <a:pt x="1788509" y="1063817"/>
                  <a:pt x="1702756" y="1149571"/>
                  <a:pt x="1596914" y="1149571"/>
                </a:cubicBezTo>
                <a:lnTo>
                  <a:pt x="191595" y="1149571"/>
                </a:lnTo>
                <a:cubicBezTo>
                  <a:pt x="85753" y="1149571"/>
                  <a:pt x="0" y="1063817"/>
                  <a:pt x="0" y="957975"/>
                </a:cubicBezTo>
                <a:lnTo>
                  <a:pt x="0" y="1915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00" cap="flat">
            <a:solidFill>
              <a:srgbClr val="000000"/>
            </a:solidFill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838316-CB67-4952-9C86-C7D3120A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93" y="1589757"/>
            <a:ext cx="679115" cy="767244"/>
          </a:xfrm>
          <a:custGeom xmlns:a="http://schemas.openxmlformats.org/drawingml/2006/main">
            <a:pathLst>
              <a:path w="679115" h="767244">
                <a:moveTo>
                  <a:pt x="0" y="0"/>
                </a:moveTo>
                <a:lnTo>
                  <a:pt x="679115" y="169779"/>
                </a:lnTo>
                <a:lnTo>
                  <a:pt x="679115" y="597466"/>
                </a:lnTo>
                <a:lnTo>
                  <a:pt x="0" y="7672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D036F-BE5C-4FFA-8DE9-BC3EF066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93" y="1589757"/>
            <a:ext cx="679115" cy="767244"/>
          </a:xfrm>
          <a:custGeom xmlns:a="http://schemas.openxmlformats.org/drawingml/2006/main">
            <a:pathLst>
              <a:path w="679115" h="767244" fill="none">
                <a:moveTo>
                  <a:pt x="0" y="0"/>
                </a:moveTo>
                <a:lnTo>
                  <a:pt x="679115" y="169779"/>
                </a:lnTo>
                <a:lnTo>
                  <a:pt x="679115" y="597466"/>
                </a:lnTo>
                <a:lnTo>
                  <a:pt x="0" y="76724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00" cap="flat">
            <a:solidFill>
              <a:srgbClr val="000000"/>
            </a:solidFill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8B15B6-8722-4F7B-9B91-EB206107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519" y="1589757"/>
            <a:ext cx="680411" cy="767244"/>
          </a:xfrm>
          <a:custGeom xmlns:a="http://schemas.openxmlformats.org/drawingml/2006/main">
            <a:pathLst>
              <a:path w="680411" h="767244">
                <a:moveTo>
                  <a:pt x="680411" y="767244"/>
                </a:moveTo>
                <a:lnTo>
                  <a:pt x="0" y="597142"/>
                </a:lnTo>
                <a:lnTo>
                  <a:pt x="0" y="170103"/>
                </a:lnTo>
                <a:lnTo>
                  <a:pt x="680411" y="0"/>
                </a:lnTo>
                <a:lnTo>
                  <a:pt x="680411" y="767244"/>
                </a:ln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0EC793-DA05-4C70-9C6F-80AA5213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519" y="1589757"/>
            <a:ext cx="680411" cy="767244"/>
          </a:xfrm>
          <a:custGeom xmlns:a="http://schemas.openxmlformats.org/drawingml/2006/main">
            <a:pathLst>
              <a:path w="680411" h="767244" fill="none">
                <a:moveTo>
                  <a:pt x="680411" y="767244"/>
                </a:moveTo>
                <a:lnTo>
                  <a:pt x="0" y="597142"/>
                </a:lnTo>
                <a:lnTo>
                  <a:pt x="0" y="170103"/>
                </a:lnTo>
                <a:lnTo>
                  <a:pt x="680411" y="0"/>
                </a:lnTo>
                <a:lnTo>
                  <a:pt x="680411" y="7672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00" cap="flat">
            <a:solidFill>
              <a:srgbClr val="000000"/>
            </a:solidFill>
            <a:miter/>
          </a:ln>
        </p:spPr>
      </p:sp>
      <p:sp>
        <p:nvSpPr>
          <p:cNvPr id="132" name="Text DenoisingU-Net">
            <a:extLst xmlns:a="http://schemas.openxmlformats.org/drawingml/2006/main">
              <a:ext uri="{FF2B5EF4-FFF2-40B4-BE49-F238E27FC236}">
                <a16:creationId xmlns:a16="http://schemas.microsoft.com/office/drawing/2014/main" id="{F402FF67-F433-4085-9577-C91489C7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890" y="1385760"/>
            <a:ext cx="1258697" cy="165816"/>
          </a:xfrm>
          <a:custGeom xmlns:a="http://schemas.openxmlformats.org/drawingml/2006/main">
            <a:pathLst>
              <a:path w="1258697" h="165816">
                <a:moveTo>
                  <a:pt x="0" y="125696"/>
                </a:moveTo>
                <a:lnTo>
                  <a:pt x="52265" y="125696"/>
                </a:lnTo>
                <a:cubicBezTo>
                  <a:pt x="73616" y="125696"/>
                  <a:pt x="92939" y="119624"/>
                  <a:pt x="104348" y="109319"/>
                </a:cubicBezTo>
                <a:cubicBezTo>
                  <a:pt x="116311" y="98459"/>
                  <a:pt x="123121" y="82079"/>
                  <a:pt x="123121" y="64228"/>
                </a:cubicBezTo>
                <a:cubicBezTo>
                  <a:pt x="123121" y="47666"/>
                  <a:pt x="117782" y="33310"/>
                  <a:pt x="107476" y="23190"/>
                </a:cubicBezTo>
                <a:cubicBezTo>
                  <a:pt x="94963" y="10491"/>
                  <a:pt x="74902" y="3867"/>
                  <a:pt x="49690" y="3867"/>
                </a:cubicBezTo>
                <a:lnTo>
                  <a:pt x="0" y="3867"/>
                </a:lnTo>
                <a:lnTo>
                  <a:pt x="0" y="7363"/>
                </a:lnTo>
                <a:cubicBezTo>
                  <a:pt x="14538" y="8652"/>
                  <a:pt x="16012" y="10123"/>
                  <a:pt x="16195" y="23925"/>
                </a:cubicBezTo>
                <a:lnTo>
                  <a:pt x="16195" y="105637"/>
                </a:lnTo>
                <a:cubicBezTo>
                  <a:pt x="16012" y="119071"/>
                  <a:pt x="13802" y="121281"/>
                  <a:pt x="0" y="122199"/>
                </a:cubicBezTo>
                <a:lnTo>
                  <a:pt x="0" y="125696"/>
                </a:lnTo>
                <a:moveTo>
                  <a:pt x="34967" y="17851"/>
                </a:moveTo>
                <a:cubicBezTo>
                  <a:pt x="34967" y="12148"/>
                  <a:pt x="36806" y="10674"/>
                  <a:pt x="44537" y="10674"/>
                </a:cubicBezTo>
                <a:cubicBezTo>
                  <a:pt x="60547" y="10674"/>
                  <a:pt x="72327" y="13620"/>
                  <a:pt x="81161" y="19876"/>
                </a:cubicBezTo>
                <a:cubicBezTo>
                  <a:pt x="95514" y="29814"/>
                  <a:pt x="103059" y="45641"/>
                  <a:pt x="103059" y="65517"/>
                </a:cubicBezTo>
                <a:cubicBezTo>
                  <a:pt x="103059" y="87232"/>
                  <a:pt x="95514" y="102691"/>
                  <a:pt x="80608" y="111343"/>
                </a:cubicBezTo>
                <a:cubicBezTo>
                  <a:pt x="71223" y="116679"/>
                  <a:pt x="60547" y="118889"/>
                  <a:pt x="44537" y="118889"/>
                </a:cubicBezTo>
                <a:cubicBezTo>
                  <a:pt x="37174" y="118889"/>
                  <a:pt x="34967" y="117232"/>
                  <a:pt x="34967" y="111343"/>
                </a:cubicBezTo>
                <a:lnTo>
                  <a:pt x="34967" y="17851"/>
                </a:lnTo>
                <a:close/>
                <a:moveTo>
                  <a:pt x="205382" y="95516"/>
                </a:moveTo>
                <a:cubicBezTo>
                  <a:pt x="196550" y="109501"/>
                  <a:pt x="188634" y="114839"/>
                  <a:pt x="176857" y="114839"/>
                </a:cubicBezTo>
                <a:cubicBezTo>
                  <a:pt x="166368" y="114839"/>
                  <a:pt x="158455" y="109501"/>
                  <a:pt x="153117" y="99013"/>
                </a:cubicBezTo>
                <a:cubicBezTo>
                  <a:pt x="149803" y="92017"/>
                  <a:pt x="148517" y="86129"/>
                  <a:pt x="148149" y="74719"/>
                </a:cubicBezTo>
                <a:lnTo>
                  <a:pt x="204832" y="74719"/>
                </a:lnTo>
                <a:cubicBezTo>
                  <a:pt x="203357" y="62757"/>
                  <a:pt x="201518" y="57421"/>
                  <a:pt x="196918" y="51530"/>
                </a:cubicBezTo>
                <a:cubicBezTo>
                  <a:pt x="191395" y="44905"/>
                  <a:pt x="182931" y="41041"/>
                  <a:pt x="173361" y="41041"/>
                </a:cubicBezTo>
                <a:cubicBezTo>
                  <a:pt x="164158" y="41041"/>
                  <a:pt x="155509" y="44355"/>
                  <a:pt x="148517" y="50611"/>
                </a:cubicBezTo>
                <a:cubicBezTo>
                  <a:pt x="139865" y="58157"/>
                  <a:pt x="134897" y="71223"/>
                  <a:pt x="134897" y="86314"/>
                </a:cubicBezTo>
                <a:cubicBezTo>
                  <a:pt x="134897" y="111711"/>
                  <a:pt x="148149" y="127538"/>
                  <a:pt x="169311" y="127538"/>
                </a:cubicBezTo>
                <a:cubicBezTo>
                  <a:pt x="186795" y="127538"/>
                  <a:pt x="200597" y="116679"/>
                  <a:pt x="208328" y="96803"/>
                </a:cubicBezTo>
                <a:lnTo>
                  <a:pt x="205382" y="95516"/>
                </a:lnTo>
                <a:moveTo>
                  <a:pt x="148517" y="68831"/>
                </a:moveTo>
                <a:cubicBezTo>
                  <a:pt x="150539" y="54475"/>
                  <a:pt x="156798" y="47666"/>
                  <a:pt x="168022" y="47666"/>
                </a:cubicBezTo>
                <a:cubicBezTo>
                  <a:pt x="179249" y="47666"/>
                  <a:pt x="183667" y="52819"/>
                  <a:pt x="186059" y="68831"/>
                </a:cubicBezTo>
                <a:lnTo>
                  <a:pt x="148517" y="68831"/>
                </a:lnTo>
                <a:close/>
                <a:moveTo>
                  <a:pt x="215320" y="125696"/>
                </a:moveTo>
                <a:lnTo>
                  <a:pt x="254336" y="125696"/>
                </a:lnTo>
                <a:lnTo>
                  <a:pt x="254336" y="122935"/>
                </a:lnTo>
                <a:cubicBezTo>
                  <a:pt x="245134" y="122385"/>
                  <a:pt x="242188" y="119992"/>
                  <a:pt x="242188" y="113368"/>
                </a:cubicBezTo>
                <a:lnTo>
                  <a:pt x="242188" y="61653"/>
                </a:lnTo>
                <a:cubicBezTo>
                  <a:pt x="251022" y="53372"/>
                  <a:pt x="255072" y="51162"/>
                  <a:pt x="261146" y="51162"/>
                </a:cubicBezTo>
                <a:cubicBezTo>
                  <a:pt x="270163" y="51162"/>
                  <a:pt x="274580" y="56868"/>
                  <a:pt x="274580" y="69013"/>
                </a:cubicBezTo>
                <a:lnTo>
                  <a:pt x="274580" y="107476"/>
                </a:lnTo>
                <a:cubicBezTo>
                  <a:pt x="274212" y="119439"/>
                  <a:pt x="272002" y="122385"/>
                  <a:pt x="262985" y="122935"/>
                </a:cubicBezTo>
                <a:lnTo>
                  <a:pt x="262985" y="125696"/>
                </a:lnTo>
                <a:lnTo>
                  <a:pt x="301266" y="125696"/>
                </a:lnTo>
                <a:lnTo>
                  <a:pt x="301266" y="122935"/>
                </a:lnTo>
                <a:cubicBezTo>
                  <a:pt x="292246" y="122017"/>
                  <a:pt x="290221" y="119807"/>
                  <a:pt x="290039" y="110790"/>
                </a:cubicBezTo>
                <a:lnTo>
                  <a:pt x="290039" y="68645"/>
                </a:lnTo>
                <a:cubicBezTo>
                  <a:pt x="290039" y="51347"/>
                  <a:pt x="281940" y="41041"/>
                  <a:pt x="268323" y="41041"/>
                </a:cubicBezTo>
                <a:cubicBezTo>
                  <a:pt x="259857" y="41041"/>
                  <a:pt x="254151" y="44169"/>
                  <a:pt x="241638" y="55947"/>
                </a:cubicBezTo>
                <a:lnTo>
                  <a:pt x="241638" y="41409"/>
                </a:lnTo>
                <a:lnTo>
                  <a:pt x="240349" y="41041"/>
                </a:lnTo>
                <a:cubicBezTo>
                  <a:pt x="230778" y="44537"/>
                  <a:pt x="224522" y="46562"/>
                  <a:pt x="214952" y="49322"/>
                </a:cubicBezTo>
                <a:lnTo>
                  <a:pt x="214952" y="52451"/>
                </a:lnTo>
                <a:cubicBezTo>
                  <a:pt x="216241" y="51900"/>
                  <a:pt x="217897" y="51715"/>
                  <a:pt x="219922" y="51715"/>
                </a:cubicBezTo>
                <a:cubicBezTo>
                  <a:pt x="225075" y="51715"/>
                  <a:pt x="226729" y="54475"/>
                  <a:pt x="226729" y="63492"/>
                </a:cubicBezTo>
                <a:lnTo>
                  <a:pt x="226729" y="109133"/>
                </a:lnTo>
                <a:cubicBezTo>
                  <a:pt x="226547" y="119992"/>
                  <a:pt x="224522" y="122385"/>
                  <a:pt x="215320" y="122935"/>
                </a:cubicBezTo>
                <a:lnTo>
                  <a:pt x="215320" y="125696"/>
                </a:lnTo>
                <a:close/>
                <a:moveTo>
                  <a:pt x="350035" y="41041"/>
                </a:moveTo>
                <a:cubicBezTo>
                  <a:pt x="325925" y="41041"/>
                  <a:pt x="309362" y="58707"/>
                  <a:pt x="309362" y="84104"/>
                </a:cubicBezTo>
                <a:cubicBezTo>
                  <a:pt x="309362" y="109133"/>
                  <a:pt x="326478" y="127538"/>
                  <a:pt x="349665" y="127538"/>
                </a:cubicBezTo>
                <a:cubicBezTo>
                  <a:pt x="372854" y="127538"/>
                  <a:pt x="390520" y="108215"/>
                  <a:pt x="390520" y="82633"/>
                </a:cubicBezTo>
                <a:cubicBezTo>
                  <a:pt x="390520" y="58339"/>
                  <a:pt x="373590" y="41041"/>
                  <a:pt x="350035" y="41041"/>
                </a:cubicBezTo>
                <a:moveTo>
                  <a:pt x="347643" y="46194"/>
                </a:moveTo>
                <a:cubicBezTo>
                  <a:pt x="363102" y="46194"/>
                  <a:pt x="373958" y="63860"/>
                  <a:pt x="373958" y="89075"/>
                </a:cubicBezTo>
                <a:cubicBezTo>
                  <a:pt x="373958" y="110054"/>
                  <a:pt x="365677" y="122385"/>
                  <a:pt x="351875" y="122385"/>
                </a:cubicBezTo>
                <a:cubicBezTo>
                  <a:pt x="344697" y="122385"/>
                  <a:pt x="337887" y="117968"/>
                  <a:pt x="334023" y="110607"/>
                </a:cubicBezTo>
                <a:cubicBezTo>
                  <a:pt x="328870" y="101037"/>
                  <a:pt x="325925" y="88153"/>
                  <a:pt x="325925" y="75087"/>
                </a:cubicBezTo>
                <a:cubicBezTo>
                  <a:pt x="325925" y="57604"/>
                  <a:pt x="334391" y="46194"/>
                  <a:pt x="347643" y="46194"/>
                </a:cubicBezTo>
                <a:close/>
                <a:moveTo>
                  <a:pt x="398987" y="125696"/>
                </a:moveTo>
                <a:lnTo>
                  <a:pt x="442603" y="125696"/>
                </a:lnTo>
                <a:lnTo>
                  <a:pt x="442603" y="122935"/>
                </a:lnTo>
                <a:cubicBezTo>
                  <a:pt x="430458" y="122017"/>
                  <a:pt x="429169" y="120360"/>
                  <a:pt x="428984" y="106926"/>
                </a:cubicBezTo>
                <a:lnTo>
                  <a:pt x="428984" y="41592"/>
                </a:lnTo>
                <a:lnTo>
                  <a:pt x="428248" y="41041"/>
                </a:lnTo>
                <a:lnTo>
                  <a:pt x="399723" y="51162"/>
                </a:lnTo>
                <a:lnTo>
                  <a:pt x="399723" y="53922"/>
                </a:lnTo>
                <a:lnTo>
                  <a:pt x="401197" y="53740"/>
                </a:lnTo>
                <a:cubicBezTo>
                  <a:pt x="403404" y="53372"/>
                  <a:pt x="405611" y="53186"/>
                  <a:pt x="407454" y="53186"/>
                </a:cubicBezTo>
                <a:cubicBezTo>
                  <a:pt x="411871" y="53186"/>
                  <a:pt x="413525" y="56132"/>
                  <a:pt x="413525" y="64228"/>
                </a:cubicBezTo>
                <a:lnTo>
                  <a:pt x="413525" y="106926"/>
                </a:lnTo>
                <a:cubicBezTo>
                  <a:pt x="413157" y="120543"/>
                  <a:pt x="411503" y="122385"/>
                  <a:pt x="398987" y="122935"/>
                </a:cubicBezTo>
                <a:lnTo>
                  <a:pt x="398987" y="125696"/>
                </a:lnTo>
                <a:moveTo>
                  <a:pt x="419599" y="0"/>
                </a:moveTo>
                <a:cubicBezTo>
                  <a:pt x="414631" y="0"/>
                  <a:pt x="410397" y="4235"/>
                  <a:pt x="410397" y="9388"/>
                </a:cubicBezTo>
                <a:cubicBezTo>
                  <a:pt x="410397" y="14723"/>
                  <a:pt x="414446" y="18772"/>
                  <a:pt x="419599" y="18772"/>
                </a:cubicBezTo>
                <a:cubicBezTo>
                  <a:pt x="425120" y="18772"/>
                  <a:pt x="429169" y="14723"/>
                  <a:pt x="429169" y="9388"/>
                </a:cubicBezTo>
                <a:cubicBezTo>
                  <a:pt x="429169" y="4049"/>
                  <a:pt x="424937" y="0"/>
                  <a:pt x="419599" y="0"/>
                </a:cubicBezTo>
                <a:close/>
                <a:moveTo>
                  <a:pt x="504438" y="67910"/>
                </a:moveTo>
                <a:lnTo>
                  <a:pt x="503703" y="42698"/>
                </a:lnTo>
                <a:lnTo>
                  <a:pt x="501678" y="42698"/>
                </a:lnTo>
                <a:cubicBezTo>
                  <a:pt x="500760" y="44169"/>
                  <a:pt x="499839" y="44723"/>
                  <a:pt x="498735" y="44723"/>
                </a:cubicBezTo>
                <a:cubicBezTo>
                  <a:pt x="497632" y="44723"/>
                  <a:pt x="495789" y="44355"/>
                  <a:pt x="493765" y="43434"/>
                </a:cubicBezTo>
                <a:cubicBezTo>
                  <a:pt x="489533" y="41962"/>
                  <a:pt x="485301" y="41041"/>
                  <a:pt x="480884" y="41041"/>
                </a:cubicBezTo>
                <a:cubicBezTo>
                  <a:pt x="466343" y="41041"/>
                  <a:pt x="455855" y="50611"/>
                  <a:pt x="455855" y="63860"/>
                </a:cubicBezTo>
                <a:cubicBezTo>
                  <a:pt x="455855" y="74166"/>
                  <a:pt x="461743" y="81529"/>
                  <a:pt x="477388" y="90363"/>
                </a:cubicBezTo>
                <a:lnTo>
                  <a:pt x="488061" y="96435"/>
                </a:lnTo>
                <a:cubicBezTo>
                  <a:pt x="494500" y="100116"/>
                  <a:pt x="497632" y="104533"/>
                  <a:pt x="497632" y="110237"/>
                </a:cubicBezTo>
                <a:cubicBezTo>
                  <a:pt x="497632" y="118335"/>
                  <a:pt x="491740" y="123488"/>
                  <a:pt x="482355" y="123488"/>
                </a:cubicBezTo>
                <a:cubicBezTo>
                  <a:pt x="469657" y="123488"/>
                  <a:pt x="463215" y="116496"/>
                  <a:pt x="458983" y="97724"/>
                </a:cubicBezTo>
                <a:lnTo>
                  <a:pt x="456037" y="97724"/>
                </a:lnTo>
                <a:lnTo>
                  <a:pt x="456037" y="126434"/>
                </a:lnTo>
                <a:lnTo>
                  <a:pt x="458430" y="126434"/>
                </a:lnTo>
                <a:cubicBezTo>
                  <a:pt x="459719" y="124592"/>
                  <a:pt x="460454" y="124224"/>
                  <a:pt x="462664" y="124224"/>
                </a:cubicBezTo>
                <a:cubicBezTo>
                  <a:pt x="464689" y="124224"/>
                  <a:pt x="466896" y="124592"/>
                  <a:pt x="471128" y="125696"/>
                </a:cubicBezTo>
                <a:cubicBezTo>
                  <a:pt x="476099" y="126802"/>
                  <a:pt x="480884" y="127538"/>
                  <a:pt x="484562" y="127538"/>
                </a:cubicBezTo>
                <a:cubicBezTo>
                  <a:pt x="498918" y="127538"/>
                  <a:pt x="510512" y="116864"/>
                  <a:pt x="510512" y="103980"/>
                </a:cubicBezTo>
                <a:cubicBezTo>
                  <a:pt x="510512" y="94778"/>
                  <a:pt x="506095" y="88707"/>
                  <a:pt x="495054" y="82079"/>
                </a:cubicBezTo>
                <a:lnTo>
                  <a:pt x="475178" y="70302"/>
                </a:lnTo>
                <a:cubicBezTo>
                  <a:pt x="470025" y="67174"/>
                  <a:pt x="467264" y="62757"/>
                  <a:pt x="467264" y="57789"/>
                </a:cubicBezTo>
                <a:cubicBezTo>
                  <a:pt x="467264" y="50243"/>
                  <a:pt x="472970" y="45273"/>
                  <a:pt x="481434" y="45273"/>
                </a:cubicBezTo>
                <a:cubicBezTo>
                  <a:pt x="491925" y="45273"/>
                  <a:pt x="497446" y="51347"/>
                  <a:pt x="501678" y="67910"/>
                </a:cubicBezTo>
                <a:lnTo>
                  <a:pt x="504438" y="67910"/>
                </a:lnTo>
                <a:close/>
                <a:moveTo>
                  <a:pt x="521002" y="125696"/>
                </a:moveTo>
                <a:lnTo>
                  <a:pt x="564618" y="125696"/>
                </a:lnTo>
                <a:lnTo>
                  <a:pt x="564618" y="122935"/>
                </a:lnTo>
                <a:cubicBezTo>
                  <a:pt x="552473" y="122017"/>
                  <a:pt x="551184" y="120360"/>
                  <a:pt x="550999" y="106926"/>
                </a:cubicBezTo>
                <a:lnTo>
                  <a:pt x="550999" y="41592"/>
                </a:lnTo>
                <a:lnTo>
                  <a:pt x="550263" y="41041"/>
                </a:lnTo>
                <a:lnTo>
                  <a:pt x="521738" y="51162"/>
                </a:lnTo>
                <a:lnTo>
                  <a:pt x="521738" y="53922"/>
                </a:lnTo>
                <a:lnTo>
                  <a:pt x="523212" y="53740"/>
                </a:lnTo>
                <a:cubicBezTo>
                  <a:pt x="525419" y="53372"/>
                  <a:pt x="527626" y="53186"/>
                  <a:pt x="529469" y="53186"/>
                </a:cubicBezTo>
                <a:cubicBezTo>
                  <a:pt x="533886" y="53186"/>
                  <a:pt x="535540" y="56132"/>
                  <a:pt x="535540" y="64228"/>
                </a:cubicBezTo>
                <a:lnTo>
                  <a:pt x="535540" y="106926"/>
                </a:lnTo>
                <a:cubicBezTo>
                  <a:pt x="535172" y="120543"/>
                  <a:pt x="533518" y="122385"/>
                  <a:pt x="521002" y="122935"/>
                </a:cubicBezTo>
                <a:lnTo>
                  <a:pt x="521002" y="125696"/>
                </a:lnTo>
                <a:moveTo>
                  <a:pt x="541614" y="0"/>
                </a:moveTo>
                <a:cubicBezTo>
                  <a:pt x="536646" y="0"/>
                  <a:pt x="532411" y="4235"/>
                  <a:pt x="532411" y="9388"/>
                </a:cubicBezTo>
                <a:cubicBezTo>
                  <a:pt x="532411" y="14723"/>
                  <a:pt x="536461" y="18772"/>
                  <a:pt x="541614" y="18772"/>
                </a:cubicBezTo>
                <a:cubicBezTo>
                  <a:pt x="547135" y="18772"/>
                  <a:pt x="551184" y="14723"/>
                  <a:pt x="551184" y="9388"/>
                </a:cubicBezTo>
                <a:cubicBezTo>
                  <a:pt x="551184" y="4049"/>
                  <a:pt x="546952" y="0"/>
                  <a:pt x="541614" y="0"/>
                </a:cubicBezTo>
                <a:close/>
                <a:moveTo>
                  <a:pt x="571612" y="125696"/>
                </a:moveTo>
                <a:lnTo>
                  <a:pt x="610628" y="125696"/>
                </a:lnTo>
                <a:lnTo>
                  <a:pt x="610628" y="122935"/>
                </a:lnTo>
                <a:cubicBezTo>
                  <a:pt x="601426" y="122385"/>
                  <a:pt x="598480" y="119992"/>
                  <a:pt x="598480" y="113368"/>
                </a:cubicBezTo>
                <a:lnTo>
                  <a:pt x="598480" y="61653"/>
                </a:lnTo>
                <a:cubicBezTo>
                  <a:pt x="607314" y="53372"/>
                  <a:pt x="611364" y="51162"/>
                  <a:pt x="617438" y="51162"/>
                </a:cubicBezTo>
                <a:cubicBezTo>
                  <a:pt x="626455" y="51162"/>
                  <a:pt x="630872" y="56868"/>
                  <a:pt x="630872" y="69013"/>
                </a:cubicBezTo>
                <a:lnTo>
                  <a:pt x="630872" y="107476"/>
                </a:lnTo>
                <a:cubicBezTo>
                  <a:pt x="630504" y="119439"/>
                  <a:pt x="628294" y="122385"/>
                  <a:pt x="619277" y="122935"/>
                </a:cubicBezTo>
                <a:lnTo>
                  <a:pt x="619277" y="125696"/>
                </a:lnTo>
                <a:lnTo>
                  <a:pt x="657558" y="125696"/>
                </a:lnTo>
                <a:lnTo>
                  <a:pt x="657558" y="122935"/>
                </a:lnTo>
                <a:cubicBezTo>
                  <a:pt x="648538" y="122017"/>
                  <a:pt x="646513" y="119807"/>
                  <a:pt x="646331" y="110790"/>
                </a:cubicBezTo>
                <a:lnTo>
                  <a:pt x="646331" y="68645"/>
                </a:lnTo>
                <a:cubicBezTo>
                  <a:pt x="646331" y="51347"/>
                  <a:pt x="638232" y="41041"/>
                  <a:pt x="624615" y="41041"/>
                </a:cubicBezTo>
                <a:cubicBezTo>
                  <a:pt x="616149" y="41041"/>
                  <a:pt x="610443" y="44169"/>
                  <a:pt x="597930" y="55947"/>
                </a:cubicBezTo>
                <a:lnTo>
                  <a:pt x="597930" y="41409"/>
                </a:lnTo>
                <a:lnTo>
                  <a:pt x="596641" y="41041"/>
                </a:lnTo>
                <a:cubicBezTo>
                  <a:pt x="587070" y="44537"/>
                  <a:pt x="580814" y="46562"/>
                  <a:pt x="571244" y="49322"/>
                </a:cubicBezTo>
                <a:lnTo>
                  <a:pt x="571244" y="52451"/>
                </a:lnTo>
                <a:cubicBezTo>
                  <a:pt x="572533" y="51900"/>
                  <a:pt x="574189" y="51715"/>
                  <a:pt x="576214" y="51715"/>
                </a:cubicBezTo>
                <a:cubicBezTo>
                  <a:pt x="581367" y="51715"/>
                  <a:pt x="583021" y="54475"/>
                  <a:pt x="583021" y="63492"/>
                </a:cubicBezTo>
                <a:lnTo>
                  <a:pt x="583021" y="109133"/>
                </a:lnTo>
                <a:cubicBezTo>
                  <a:pt x="582839" y="119992"/>
                  <a:pt x="580814" y="122385"/>
                  <a:pt x="571612" y="122935"/>
                </a:cubicBezTo>
                <a:lnTo>
                  <a:pt x="571612" y="125696"/>
                </a:lnTo>
                <a:close/>
                <a:moveTo>
                  <a:pt x="746812" y="54290"/>
                </a:moveTo>
                <a:lnTo>
                  <a:pt x="746812" y="47115"/>
                </a:lnTo>
                <a:lnTo>
                  <a:pt x="732642" y="47115"/>
                </a:lnTo>
                <a:cubicBezTo>
                  <a:pt x="728778" y="47115"/>
                  <a:pt x="726200" y="46562"/>
                  <a:pt x="722522" y="45273"/>
                </a:cubicBezTo>
                <a:lnTo>
                  <a:pt x="718472" y="43802"/>
                </a:lnTo>
                <a:cubicBezTo>
                  <a:pt x="713687" y="41962"/>
                  <a:pt x="708534" y="41041"/>
                  <a:pt x="703749" y="41041"/>
                </a:cubicBezTo>
                <a:cubicBezTo>
                  <a:pt x="686633" y="41041"/>
                  <a:pt x="673014" y="54107"/>
                  <a:pt x="673014" y="71038"/>
                </a:cubicBezTo>
                <a:cubicBezTo>
                  <a:pt x="673014" y="82633"/>
                  <a:pt x="677799" y="89625"/>
                  <a:pt x="690130" y="95699"/>
                </a:cubicBezTo>
                <a:lnTo>
                  <a:pt x="685344" y="100116"/>
                </a:lnTo>
                <a:cubicBezTo>
                  <a:pt x="681480" y="103798"/>
                  <a:pt x="679273" y="105822"/>
                  <a:pt x="678720" y="106558"/>
                </a:cubicBezTo>
                <a:cubicBezTo>
                  <a:pt x="674856" y="110607"/>
                  <a:pt x="673752" y="112629"/>
                  <a:pt x="673752" y="115760"/>
                </a:cubicBezTo>
                <a:cubicBezTo>
                  <a:pt x="673752" y="119807"/>
                  <a:pt x="675777" y="121832"/>
                  <a:pt x="683505" y="125513"/>
                </a:cubicBezTo>
                <a:cubicBezTo>
                  <a:pt x="670253" y="135083"/>
                  <a:pt x="665471" y="141157"/>
                  <a:pt x="665471" y="147964"/>
                </a:cubicBezTo>
                <a:cubicBezTo>
                  <a:pt x="665471" y="157720"/>
                  <a:pt x="679641" y="165816"/>
                  <a:pt x="697307" y="165816"/>
                </a:cubicBezTo>
                <a:cubicBezTo>
                  <a:pt x="711109" y="165816"/>
                  <a:pt x="725465" y="161031"/>
                  <a:pt x="735035" y="153303"/>
                </a:cubicBezTo>
                <a:cubicBezTo>
                  <a:pt x="742030" y="147596"/>
                  <a:pt x="745158" y="141708"/>
                  <a:pt x="745158" y="134715"/>
                </a:cubicBezTo>
                <a:cubicBezTo>
                  <a:pt x="745158" y="123306"/>
                  <a:pt x="736506" y="115760"/>
                  <a:pt x="722889" y="115022"/>
                </a:cubicBezTo>
                <a:lnTo>
                  <a:pt x="699149" y="113918"/>
                </a:lnTo>
                <a:cubicBezTo>
                  <a:pt x="689211" y="113550"/>
                  <a:pt x="684794" y="111894"/>
                  <a:pt x="684794" y="108951"/>
                </a:cubicBezTo>
                <a:cubicBezTo>
                  <a:pt x="684794" y="105269"/>
                  <a:pt x="690865" y="98827"/>
                  <a:pt x="695836" y="97356"/>
                </a:cubicBezTo>
                <a:cubicBezTo>
                  <a:pt x="702460" y="97909"/>
                  <a:pt x="705956" y="98277"/>
                  <a:pt x="706327" y="98277"/>
                </a:cubicBezTo>
                <a:cubicBezTo>
                  <a:pt x="713134" y="98277"/>
                  <a:pt x="720497" y="95516"/>
                  <a:pt x="726200" y="90546"/>
                </a:cubicBezTo>
                <a:cubicBezTo>
                  <a:pt x="732274" y="85393"/>
                  <a:pt x="735035" y="78951"/>
                  <a:pt x="735035" y="69752"/>
                </a:cubicBezTo>
                <a:cubicBezTo>
                  <a:pt x="735035" y="64413"/>
                  <a:pt x="734114" y="60181"/>
                  <a:pt x="731539" y="54290"/>
                </a:cubicBezTo>
                <a:lnTo>
                  <a:pt x="746812" y="54290"/>
                </a:lnTo>
                <a:moveTo>
                  <a:pt x="687369" y="126066"/>
                </a:moveTo>
                <a:cubicBezTo>
                  <a:pt x="693629" y="127352"/>
                  <a:pt x="707981" y="128459"/>
                  <a:pt x="717369" y="128459"/>
                </a:cubicBezTo>
                <a:cubicBezTo>
                  <a:pt x="733931" y="128459"/>
                  <a:pt x="740005" y="130851"/>
                  <a:pt x="740005" y="137476"/>
                </a:cubicBezTo>
                <a:cubicBezTo>
                  <a:pt x="740005" y="148150"/>
                  <a:pt x="726018" y="155327"/>
                  <a:pt x="705221" y="155327"/>
                </a:cubicBezTo>
                <a:cubicBezTo>
                  <a:pt x="688843" y="155327"/>
                  <a:pt x="678352" y="149989"/>
                  <a:pt x="678352" y="141893"/>
                </a:cubicBezTo>
                <a:cubicBezTo>
                  <a:pt x="678352" y="137658"/>
                  <a:pt x="680009" y="134898"/>
                  <a:pt x="687369" y="126066"/>
                </a:cubicBezTo>
                <a:moveTo>
                  <a:pt x="688290" y="63492"/>
                </a:moveTo>
                <a:cubicBezTo>
                  <a:pt x="688290" y="52636"/>
                  <a:pt x="693443" y="46194"/>
                  <a:pt x="701910" y="46194"/>
                </a:cubicBezTo>
                <a:cubicBezTo>
                  <a:pt x="707613" y="46194"/>
                  <a:pt x="712398" y="49322"/>
                  <a:pt x="715344" y="54843"/>
                </a:cubicBezTo>
                <a:cubicBezTo>
                  <a:pt x="718840" y="61285"/>
                  <a:pt x="720865" y="69566"/>
                  <a:pt x="720865" y="76926"/>
                </a:cubicBezTo>
                <a:cubicBezTo>
                  <a:pt x="720865" y="87232"/>
                  <a:pt x="715712" y="93674"/>
                  <a:pt x="707245" y="93674"/>
                </a:cubicBezTo>
                <a:cubicBezTo>
                  <a:pt x="695836" y="93674"/>
                  <a:pt x="688290" y="81712"/>
                  <a:pt x="688290" y="64045"/>
                </a:cubicBezTo>
                <a:lnTo>
                  <a:pt x="688290" y="63492"/>
                </a:lnTo>
                <a:close/>
                <a:moveTo>
                  <a:pt x="927351" y="3867"/>
                </a:moveTo>
                <a:lnTo>
                  <a:pt x="884656" y="3867"/>
                </a:lnTo>
                <a:lnTo>
                  <a:pt x="884656" y="7363"/>
                </a:lnTo>
                <a:cubicBezTo>
                  <a:pt x="898826" y="8281"/>
                  <a:pt x="901586" y="11963"/>
                  <a:pt x="901954" y="30918"/>
                </a:cubicBezTo>
                <a:lnTo>
                  <a:pt x="901954" y="80608"/>
                </a:lnTo>
                <a:cubicBezTo>
                  <a:pt x="901954" y="93124"/>
                  <a:pt x="900850" y="100116"/>
                  <a:pt x="897722" y="105637"/>
                </a:cubicBezTo>
                <a:cubicBezTo>
                  <a:pt x="892755" y="114471"/>
                  <a:pt x="880974" y="120175"/>
                  <a:pt x="867172" y="120175"/>
                </a:cubicBezTo>
                <a:cubicBezTo>
                  <a:pt x="854106" y="120175"/>
                  <a:pt x="845089" y="115760"/>
                  <a:pt x="840119" y="107108"/>
                </a:cubicBezTo>
                <a:cubicBezTo>
                  <a:pt x="836808" y="101220"/>
                  <a:pt x="835519" y="94410"/>
                  <a:pt x="835519" y="82818"/>
                </a:cubicBezTo>
                <a:lnTo>
                  <a:pt x="835519" y="23925"/>
                </a:lnTo>
                <a:cubicBezTo>
                  <a:pt x="835701" y="10491"/>
                  <a:pt x="837544" y="8652"/>
                  <a:pt x="852267" y="7363"/>
                </a:cubicBezTo>
                <a:lnTo>
                  <a:pt x="852267" y="3867"/>
                </a:lnTo>
                <a:lnTo>
                  <a:pt x="800184" y="3867"/>
                </a:lnTo>
                <a:lnTo>
                  <a:pt x="800184" y="7363"/>
                </a:lnTo>
                <a:cubicBezTo>
                  <a:pt x="814722" y="8467"/>
                  <a:pt x="816564" y="10306"/>
                  <a:pt x="816746" y="23925"/>
                </a:cubicBezTo>
                <a:lnTo>
                  <a:pt x="816746" y="81344"/>
                </a:lnTo>
                <a:cubicBezTo>
                  <a:pt x="816746" y="113183"/>
                  <a:pt x="831655" y="128274"/>
                  <a:pt x="862940" y="128274"/>
                </a:cubicBezTo>
                <a:cubicBezTo>
                  <a:pt x="882999" y="128274"/>
                  <a:pt x="896801" y="121832"/>
                  <a:pt x="903979" y="109319"/>
                </a:cubicBezTo>
                <a:cubicBezTo>
                  <a:pt x="908396" y="101588"/>
                  <a:pt x="910053" y="93124"/>
                  <a:pt x="910053" y="78951"/>
                </a:cubicBezTo>
                <a:lnTo>
                  <a:pt x="910053" y="30918"/>
                </a:lnTo>
                <a:cubicBezTo>
                  <a:pt x="910421" y="11595"/>
                  <a:pt x="912445" y="9020"/>
                  <a:pt x="927351" y="7363"/>
                </a:cubicBezTo>
                <a:lnTo>
                  <a:pt x="927351" y="3867"/>
                </a:lnTo>
                <a:close/>
                <a:moveTo>
                  <a:pt x="938663" y="78401"/>
                </a:moveTo>
                <a:lnTo>
                  <a:pt x="938663" y="89993"/>
                </a:lnTo>
                <a:lnTo>
                  <a:pt x="983936" y="89993"/>
                </a:lnTo>
                <a:lnTo>
                  <a:pt x="983936" y="78401"/>
                </a:lnTo>
                <a:lnTo>
                  <a:pt x="938663" y="78401"/>
                </a:lnTo>
                <a:close/>
                <a:moveTo>
                  <a:pt x="1122513" y="3867"/>
                </a:moveTo>
                <a:lnTo>
                  <a:pt x="1079265" y="3867"/>
                </a:lnTo>
                <a:lnTo>
                  <a:pt x="1079265" y="7363"/>
                </a:lnTo>
                <a:cubicBezTo>
                  <a:pt x="1093985" y="8281"/>
                  <a:pt x="1096378" y="11412"/>
                  <a:pt x="1096931" y="30918"/>
                </a:cubicBezTo>
                <a:lnTo>
                  <a:pt x="1096931" y="92939"/>
                </a:lnTo>
                <a:lnTo>
                  <a:pt x="1026079" y="3867"/>
                </a:lnTo>
                <a:lnTo>
                  <a:pt x="994608" y="3867"/>
                </a:lnTo>
                <a:lnTo>
                  <a:pt x="994608" y="7363"/>
                </a:lnTo>
                <a:cubicBezTo>
                  <a:pt x="1002521" y="7363"/>
                  <a:pt x="1005096" y="8834"/>
                  <a:pt x="1012459" y="17484"/>
                </a:cubicBezTo>
                <a:lnTo>
                  <a:pt x="1012459" y="98645"/>
                </a:lnTo>
                <a:cubicBezTo>
                  <a:pt x="1012091" y="118153"/>
                  <a:pt x="1009699" y="121281"/>
                  <a:pt x="994608" y="122199"/>
                </a:cubicBezTo>
                <a:lnTo>
                  <a:pt x="994608" y="125696"/>
                </a:lnTo>
                <a:lnTo>
                  <a:pt x="1037856" y="125696"/>
                </a:lnTo>
                <a:lnTo>
                  <a:pt x="1037856" y="122199"/>
                </a:lnTo>
                <a:cubicBezTo>
                  <a:pt x="1023686" y="121464"/>
                  <a:pt x="1020926" y="117600"/>
                  <a:pt x="1020558" y="98645"/>
                </a:cubicBezTo>
                <a:lnTo>
                  <a:pt x="1020558" y="26503"/>
                </a:lnTo>
                <a:lnTo>
                  <a:pt x="1101899" y="127720"/>
                </a:lnTo>
                <a:lnTo>
                  <a:pt x="1105030" y="127720"/>
                </a:lnTo>
                <a:lnTo>
                  <a:pt x="1105030" y="30918"/>
                </a:lnTo>
                <a:cubicBezTo>
                  <a:pt x="1105580" y="11780"/>
                  <a:pt x="1107973" y="8652"/>
                  <a:pt x="1122513" y="7363"/>
                </a:cubicBezTo>
                <a:lnTo>
                  <a:pt x="1122513" y="3867"/>
                </a:lnTo>
                <a:close/>
                <a:moveTo>
                  <a:pt x="1200726" y="95516"/>
                </a:moveTo>
                <a:cubicBezTo>
                  <a:pt x="1191894" y="109501"/>
                  <a:pt x="1183978" y="114839"/>
                  <a:pt x="1172201" y="114839"/>
                </a:cubicBezTo>
                <a:cubicBezTo>
                  <a:pt x="1161712" y="114839"/>
                  <a:pt x="1153799" y="109501"/>
                  <a:pt x="1148461" y="99013"/>
                </a:cubicBezTo>
                <a:cubicBezTo>
                  <a:pt x="1145147" y="92017"/>
                  <a:pt x="1143861" y="86129"/>
                  <a:pt x="1143493" y="74719"/>
                </a:cubicBezTo>
                <a:lnTo>
                  <a:pt x="1200175" y="74719"/>
                </a:lnTo>
                <a:cubicBezTo>
                  <a:pt x="1198701" y="62757"/>
                  <a:pt x="1196862" y="57421"/>
                  <a:pt x="1192262" y="51530"/>
                </a:cubicBezTo>
                <a:cubicBezTo>
                  <a:pt x="1186738" y="44905"/>
                  <a:pt x="1178275" y="41041"/>
                  <a:pt x="1168705" y="41041"/>
                </a:cubicBezTo>
                <a:cubicBezTo>
                  <a:pt x="1159502" y="41041"/>
                  <a:pt x="1150853" y="44355"/>
                  <a:pt x="1143861" y="50611"/>
                </a:cubicBezTo>
                <a:cubicBezTo>
                  <a:pt x="1135209" y="58157"/>
                  <a:pt x="1130241" y="71223"/>
                  <a:pt x="1130241" y="86314"/>
                </a:cubicBezTo>
                <a:cubicBezTo>
                  <a:pt x="1130241" y="111711"/>
                  <a:pt x="1143493" y="127538"/>
                  <a:pt x="1164655" y="127538"/>
                </a:cubicBezTo>
                <a:cubicBezTo>
                  <a:pt x="1182139" y="127538"/>
                  <a:pt x="1195941" y="116679"/>
                  <a:pt x="1203672" y="96803"/>
                </a:cubicBezTo>
                <a:lnTo>
                  <a:pt x="1200726" y="95516"/>
                </a:lnTo>
                <a:moveTo>
                  <a:pt x="1143861" y="68831"/>
                </a:moveTo>
                <a:cubicBezTo>
                  <a:pt x="1145883" y="54475"/>
                  <a:pt x="1152142" y="47666"/>
                  <a:pt x="1163366" y="47666"/>
                </a:cubicBezTo>
                <a:cubicBezTo>
                  <a:pt x="1174593" y="47666"/>
                  <a:pt x="1179010" y="52819"/>
                  <a:pt x="1181403" y="68831"/>
                </a:cubicBezTo>
                <a:lnTo>
                  <a:pt x="1143861" y="68831"/>
                </a:lnTo>
                <a:close/>
                <a:moveTo>
                  <a:pt x="1254279" y="42880"/>
                </a:moveTo>
                <a:lnTo>
                  <a:pt x="1235692" y="42880"/>
                </a:lnTo>
                <a:lnTo>
                  <a:pt x="1235692" y="21533"/>
                </a:lnTo>
                <a:cubicBezTo>
                  <a:pt x="1235692" y="19694"/>
                  <a:pt x="1235324" y="19140"/>
                  <a:pt x="1234403" y="19140"/>
                </a:cubicBezTo>
                <a:cubicBezTo>
                  <a:pt x="1223729" y="34599"/>
                  <a:pt x="1218209" y="40856"/>
                  <a:pt x="1212873" y="43984"/>
                </a:cubicBezTo>
                <a:cubicBezTo>
                  <a:pt x="1210848" y="45273"/>
                  <a:pt x="1209742" y="46377"/>
                  <a:pt x="1209742" y="47483"/>
                </a:cubicBezTo>
                <a:cubicBezTo>
                  <a:pt x="1209742" y="48033"/>
                  <a:pt x="1209927" y="48401"/>
                  <a:pt x="1210481" y="48769"/>
                </a:cubicBezTo>
                <a:lnTo>
                  <a:pt x="1220233" y="48769"/>
                </a:lnTo>
                <a:lnTo>
                  <a:pt x="1220233" y="104166"/>
                </a:lnTo>
                <a:cubicBezTo>
                  <a:pt x="1220233" y="119624"/>
                  <a:pt x="1225754" y="127538"/>
                  <a:pt x="1236613" y="127538"/>
                </a:cubicBezTo>
                <a:cubicBezTo>
                  <a:pt x="1245630" y="127538"/>
                  <a:pt x="1252623" y="123121"/>
                  <a:pt x="1258697" y="113550"/>
                </a:cubicBezTo>
                <a:lnTo>
                  <a:pt x="1256304" y="111526"/>
                </a:lnTo>
                <a:cubicBezTo>
                  <a:pt x="1252255" y="116311"/>
                  <a:pt x="1249312" y="117968"/>
                  <a:pt x="1245262" y="117968"/>
                </a:cubicBezTo>
                <a:cubicBezTo>
                  <a:pt x="1238453" y="117968"/>
                  <a:pt x="1235692" y="113000"/>
                  <a:pt x="1235692" y="101405"/>
                </a:cubicBezTo>
                <a:lnTo>
                  <a:pt x="1235692" y="48769"/>
                </a:lnTo>
                <a:lnTo>
                  <a:pt x="1254279" y="48769"/>
                </a:lnTo>
                <a:lnTo>
                  <a:pt x="1254279" y="428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Dif">
            <a:extLst xmlns:a="http://schemas.openxmlformats.org/drawingml/2006/main">
              <a:ext uri="{FF2B5EF4-FFF2-40B4-BE49-F238E27FC236}">
                <a16:creationId xmlns:a16="http://schemas.microsoft.com/office/drawing/2014/main" id="{E71BD1C2-F7ED-4934-BA45-7E8CB39D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823" y="4445438"/>
            <a:ext cx="308624" cy="154198"/>
          </a:xfrm>
          <a:custGeom xmlns:a="http://schemas.openxmlformats.org/drawingml/2006/main">
            <a:pathLst>
              <a:path w="308624" h="154198">
                <a:moveTo>
                  <a:pt x="0" y="154198"/>
                </a:moveTo>
                <a:lnTo>
                  <a:pt x="64117" y="154198"/>
                </a:lnTo>
                <a:cubicBezTo>
                  <a:pt x="90309" y="154198"/>
                  <a:pt x="114013" y="146751"/>
                  <a:pt x="128010" y="134108"/>
                </a:cubicBezTo>
                <a:cubicBezTo>
                  <a:pt x="142686" y="120786"/>
                  <a:pt x="151039" y="100692"/>
                  <a:pt x="151039" y="78792"/>
                </a:cubicBezTo>
                <a:cubicBezTo>
                  <a:pt x="151039" y="58474"/>
                  <a:pt x="144491" y="40864"/>
                  <a:pt x="131848" y="28448"/>
                </a:cubicBezTo>
                <a:cubicBezTo>
                  <a:pt x="116497" y="12870"/>
                  <a:pt x="91887" y="4744"/>
                  <a:pt x="60958" y="4744"/>
                </a:cubicBezTo>
                <a:lnTo>
                  <a:pt x="0" y="4744"/>
                </a:lnTo>
                <a:lnTo>
                  <a:pt x="0" y="9033"/>
                </a:lnTo>
                <a:cubicBezTo>
                  <a:pt x="17834" y="10614"/>
                  <a:pt x="19643" y="12419"/>
                  <a:pt x="19867" y="29351"/>
                </a:cubicBezTo>
                <a:lnTo>
                  <a:pt x="19867" y="129591"/>
                </a:lnTo>
                <a:cubicBezTo>
                  <a:pt x="19643" y="146072"/>
                  <a:pt x="16932" y="148783"/>
                  <a:pt x="0" y="149910"/>
                </a:cubicBezTo>
                <a:lnTo>
                  <a:pt x="0" y="154198"/>
                </a:lnTo>
                <a:moveTo>
                  <a:pt x="42896" y="21899"/>
                </a:moveTo>
                <a:cubicBezTo>
                  <a:pt x="42896" y="14903"/>
                  <a:pt x="45153" y="13094"/>
                  <a:pt x="54637" y="13094"/>
                </a:cubicBezTo>
                <a:cubicBezTo>
                  <a:pt x="74276" y="13094"/>
                  <a:pt x="88728" y="16708"/>
                  <a:pt x="99565" y="24383"/>
                </a:cubicBezTo>
                <a:cubicBezTo>
                  <a:pt x="117172" y="36575"/>
                  <a:pt x="126429" y="55990"/>
                  <a:pt x="126429" y="80374"/>
                </a:cubicBezTo>
                <a:cubicBezTo>
                  <a:pt x="126429" y="107013"/>
                  <a:pt x="117172" y="125978"/>
                  <a:pt x="98887" y="136591"/>
                </a:cubicBezTo>
                <a:cubicBezTo>
                  <a:pt x="87374" y="143137"/>
                  <a:pt x="74276" y="145848"/>
                  <a:pt x="54637" y="145848"/>
                </a:cubicBezTo>
                <a:cubicBezTo>
                  <a:pt x="45604" y="145848"/>
                  <a:pt x="42896" y="143815"/>
                  <a:pt x="42896" y="136591"/>
                </a:cubicBezTo>
                <a:lnTo>
                  <a:pt x="42896" y="21899"/>
                </a:lnTo>
                <a:close/>
                <a:moveTo>
                  <a:pt x="163004" y="154198"/>
                </a:moveTo>
                <a:lnTo>
                  <a:pt x="216510" y="154198"/>
                </a:lnTo>
                <a:lnTo>
                  <a:pt x="216510" y="150812"/>
                </a:lnTo>
                <a:cubicBezTo>
                  <a:pt x="201611" y="149686"/>
                  <a:pt x="200030" y="147653"/>
                  <a:pt x="199802" y="131173"/>
                </a:cubicBezTo>
                <a:lnTo>
                  <a:pt x="199802" y="51023"/>
                </a:lnTo>
                <a:lnTo>
                  <a:pt x="198900" y="50348"/>
                </a:lnTo>
                <a:lnTo>
                  <a:pt x="163906" y="62763"/>
                </a:lnTo>
                <a:lnTo>
                  <a:pt x="163906" y="66150"/>
                </a:lnTo>
                <a:lnTo>
                  <a:pt x="165715" y="65926"/>
                </a:lnTo>
                <a:cubicBezTo>
                  <a:pt x="168422" y="65474"/>
                  <a:pt x="171130" y="65247"/>
                  <a:pt x="173390" y="65247"/>
                </a:cubicBezTo>
                <a:cubicBezTo>
                  <a:pt x="178809" y="65247"/>
                  <a:pt x="180838" y="68861"/>
                  <a:pt x="180838" y="78792"/>
                </a:cubicBezTo>
                <a:lnTo>
                  <a:pt x="180838" y="131173"/>
                </a:lnTo>
                <a:cubicBezTo>
                  <a:pt x="180387" y="147877"/>
                  <a:pt x="178358" y="150137"/>
                  <a:pt x="163004" y="150812"/>
                </a:cubicBezTo>
                <a:lnTo>
                  <a:pt x="163004" y="154198"/>
                </a:lnTo>
                <a:moveTo>
                  <a:pt x="188289" y="0"/>
                </a:moveTo>
                <a:cubicBezTo>
                  <a:pt x="182195" y="0"/>
                  <a:pt x="177000" y="5195"/>
                  <a:pt x="177000" y="11516"/>
                </a:cubicBezTo>
                <a:cubicBezTo>
                  <a:pt x="177000" y="18062"/>
                  <a:pt x="181968" y="23029"/>
                  <a:pt x="188289" y="23029"/>
                </a:cubicBezTo>
                <a:cubicBezTo>
                  <a:pt x="195062" y="23029"/>
                  <a:pt x="200030" y="18062"/>
                  <a:pt x="200030" y="11516"/>
                </a:cubicBezTo>
                <a:cubicBezTo>
                  <a:pt x="200030" y="4968"/>
                  <a:pt x="194838" y="0"/>
                  <a:pt x="188289" y="0"/>
                </a:cubicBezTo>
                <a:close/>
                <a:moveTo>
                  <a:pt x="291916" y="52604"/>
                </a:moveTo>
                <a:lnTo>
                  <a:pt x="264147" y="52604"/>
                </a:lnTo>
                <a:lnTo>
                  <a:pt x="264147" y="26416"/>
                </a:lnTo>
                <a:cubicBezTo>
                  <a:pt x="264147" y="13094"/>
                  <a:pt x="268436" y="6321"/>
                  <a:pt x="277017" y="6321"/>
                </a:cubicBezTo>
                <a:cubicBezTo>
                  <a:pt x="281985" y="6321"/>
                  <a:pt x="284920" y="8581"/>
                  <a:pt x="288981" y="15127"/>
                </a:cubicBezTo>
                <a:cubicBezTo>
                  <a:pt x="292595" y="20997"/>
                  <a:pt x="295303" y="23257"/>
                  <a:pt x="299140" y="23257"/>
                </a:cubicBezTo>
                <a:cubicBezTo>
                  <a:pt x="304559" y="23257"/>
                  <a:pt x="308624" y="19192"/>
                  <a:pt x="308624" y="14000"/>
                </a:cubicBezTo>
                <a:cubicBezTo>
                  <a:pt x="308624" y="5870"/>
                  <a:pt x="298689" y="0"/>
                  <a:pt x="285144" y="0"/>
                </a:cubicBezTo>
                <a:cubicBezTo>
                  <a:pt x="270919" y="0"/>
                  <a:pt x="259179" y="6098"/>
                  <a:pt x="253309" y="16257"/>
                </a:cubicBezTo>
                <a:cubicBezTo>
                  <a:pt x="247442" y="26416"/>
                  <a:pt x="245634" y="34542"/>
                  <a:pt x="245410" y="52604"/>
                </a:cubicBezTo>
                <a:lnTo>
                  <a:pt x="226897" y="52604"/>
                </a:lnTo>
                <a:lnTo>
                  <a:pt x="226897" y="59828"/>
                </a:lnTo>
                <a:lnTo>
                  <a:pt x="245410" y="59828"/>
                </a:lnTo>
                <a:lnTo>
                  <a:pt x="245410" y="130721"/>
                </a:lnTo>
                <a:cubicBezTo>
                  <a:pt x="244958" y="147653"/>
                  <a:pt x="242699" y="150137"/>
                  <a:pt x="226669" y="150812"/>
                </a:cubicBezTo>
                <a:lnTo>
                  <a:pt x="226669" y="154198"/>
                </a:lnTo>
                <a:lnTo>
                  <a:pt x="285371" y="154198"/>
                </a:lnTo>
                <a:lnTo>
                  <a:pt x="285371" y="150812"/>
                </a:lnTo>
                <a:cubicBezTo>
                  <a:pt x="266858" y="150137"/>
                  <a:pt x="264374" y="147653"/>
                  <a:pt x="264374" y="130721"/>
                </a:cubicBezTo>
                <a:lnTo>
                  <a:pt x="264374" y="59828"/>
                </a:lnTo>
                <a:lnTo>
                  <a:pt x="291916" y="59828"/>
                </a:lnTo>
                <a:lnTo>
                  <a:pt x="291916" y="526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f">
            <a:extLst xmlns:a="http://schemas.openxmlformats.org/drawingml/2006/main">
              <a:ext uri="{FF2B5EF4-FFF2-40B4-BE49-F238E27FC236}">
                <a16:creationId xmlns:a16="http://schemas.microsoft.com/office/drawing/2014/main" id="{0DED22B1-085B-42DF-92B1-6672DCB6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609" y="4445438"/>
            <a:ext cx="81955" cy="154198"/>
          </a:xfrm>
          <a:custGeom xmlns:a="http://schemas.openxmlformats.org/drawingml/2006/main">
            <a:pathLst>
              <a:path w="81955" h="154198">
                <a:moveTo>
                  <a:pt x="65247" y="52604"/>
                </a:moveTo>
                <a:lnTo>
                  <a:pt x="37477" y="52604"/>
                </a:lnTo>
                <a:lnTo>
                  <a:pt x="37477" y="26416"/>
                </a:lnTo>
                <a:cubicBezTo>
                  <a:pt x="37477" y="13094"/>
                  <a:pt x="41766" y="6321"/>
                  <a:pt x="50348" y="6321"/>
                </a:cubicBezTo>
                <a:cubicBezTo>
                  <a:pt x="55315" y="6321"/>
                  <a:pt x="58250" y="8581"/>
                  <a:pt x="62312" y="15127"/>
                </a:cubicBezTo>
                <a:cubicBezTo>
                  <a:pt x="65926" y="20997"/>
                  <a:pt x="68633" y="23257"/>
                  <a:pt x="72471" y="23257"/>
                </a:cubicBezTo>
                <a:cubicBezTo>
                  <a:pt x="77890" y="23257"/>
                  <a:pt x="81955" y="19192"/>
                  <a:pt x="81955" y="14000"/>
                </a:cubicBezTo>
                <a:cubicBezTo>
                  <a:pt x="81955" y="5870"/>
                  <a:pt x="72020" y="0"/>
                  <a:pt x="58474" y="0"/>
                </a:cubicBezTo>
                <a:cubicBezTo>
                  <a:pt x="44250" y="0"/>
                  <a:pt x="32510" y="6098"/>
                  <a:pt x="26640" y="16257"/>
                </a:cubicBezTo>
                <a:cubicBezTo>
                  <a:pt x="20773" y="26416"/>
                  <a:pt x="18964" y="34542"/>
                  <a:pt x="18740" y="52604"/>
                </a:cubicBezTo>
                <a:lnTo>
                  <a:pt x="227" y="52604"/>
                </a:lnTo>
                <a:lnTo>
                  <a:pt x="227" y="59828"/>
                </a:lnTo>
                <a:lnTo>
                  <a:pt x="18740" y="59828"/>
                </a:lnTo>
                <a:lnTo>
                  <a:pt x="18740" y="130721"/>
                </a:lnTo>
                <a:cubicBezTo>
                  <a:pt x="18289" y="147653"/>
                  <a:pt x="16029" y="150137"/>
                  <a:pt x="0" y="150812"/>
                </a:cubicBezTo>
                <a:lnTo>
                  <a:pt x="0" y="154198"/>
                </a:lnTo>
                <a:lnTo>
                  <a:pt x="58702" y="154198"/>
                </a:lnTo>
                <a:lnTo>
                  <a:pt x="58702" y="150812"/>
                </a:lnTo>
                <a:cubicBezTo>
                  <a:pt x="40189" y="150137"/>
                  <a:pt x="37705" y="147653"/>
                  <a:pt x="37705" y="130721"/>
                </a:cubicBezTo>
                <a:lnTo>
                  <a:pt x="37705" y="59828"/>
                </a:lnTo>
                <a:lnTo>
                  <a:pt x="65247" y="59828"/>
                </a:lnTo>
                <a:lnTo>
                  <a:pt x="65247" y="526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usionProcess">
            <a:extLst xmlns:a="http://schemas.openxmlformats.org/drawingml/2006/main">
              <a:ext uri="{FF2B5EF4-FFF2-40B4-BE49-F238E27FC236}">
                <a16:creationId xmlns:a16="http://schemas.microsoft.com/office/drawing/2014/main" id="{DA86D7CC-118D-427A-B524-5D2FA8F0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305" y="4445438"/>
            <a:ext cx="1224109" cy="156458"/>
          </a:xfrm>
          <a:custGeom xmlns:a="http://schemas.openxmlformats.org/drawingml/2006/main">
            <a:pathLst>
              <a:path w="1224109" h="156458">
                <a:moveTo>
                  <a:pt x="106111" y="142913"/>
                </a:moveTo>
                <a:lnTo>
                  <a:pt x="104984" y="142913"/>
                </a:lnTo>
                <a:cubicBezTo>
                  <a:pt x="93919" y="142462"/>
                  <a:pt x="92341" y="140653"/>
                  <a:pt x="92114" y="130043"/>
                </a:cubicBezTo>
                <a:lnTo>
                  <a:pt x="92114" y="52604"/>
                </a:lnTo>
                <a:lnTo>
                  <a:pt x="56442" y="52604"/>
                </a:lnTo>
                <a:lnTo>
                  <a:pt x="56442" y="56442"/>
                </a:lnTo>
                <a:cubicBezTo>
                  <a:pt x="70442" y="57120"/>
                  <a:pt x="73150" y="59377"/>
                  <a:pt x="73150" y="70666"/>
                </a:cubicBezTo>
                <a:lnTo>
                  <a:pt x="73150" y="123721"/>
                </a:lnTo>
                <a:cubicBezTo>
                  <a:pt x="73150" y="130043"/>
                  <a:pt x="72020" y="133205"/>
                  <a:pt x="68861" y="135689"/>
                </a:cubicBezTo>
                <a:cubicBezTo>
                  <a:pt x="62763" y="140653"/>
                  <a:pt x="55767" y="143364"/>
                  <a:pt x="48994" y="143364"/>
                </a:cubicBezTo>
                <a:cubicBezTo>
                  <a:pt x="40189" y="143364"/>
                  <a:pt x="32965" y="135689"/>
                  <a:pt x="32965" y="126205"/>
                </a:cubicBezTo>
                <a:lnTo>
                  <a:pt x="32965" y="52604"/>
                </a:lnTo>
                <a:lnTo>
                  <a:pt x="0" y="52604"/>
                </a:lnTo>
                <a:lnTo>
                  <a:pt x="0" y="55767"/>
                </a:lnTo>
                <a:cubicBezTo>
                  <a:pt x="10614" y="56218"/>
                  <a:pt x="13773" y="59377"/>
                  <a:pt x="14000" y="70215"/>
                </a:cubicBezTo>
                <a:lnTo>
                  <a:pt x="14000" y="127108"/>
                </a:lnTo>
                <a:cubicBezTo>
                  <a:pt x="14000" y="144945"/>
                  <a:pt x="24834" y="156458"/>
                  <a:pt x="41315" y="156458"/>
                </a:cubicBezTo>
                <a:cubicBezTo>
                  <a:pt x="49669" y="156458"/>
                  <a:pt x="58474" y="152845"/>
                  <a:pt x="64572" y="146751"/>
                </a:cubicBezTo>
                <a:lnTo>
                  <a:pt x="74280" y="137043"/>
                </a:lnTo>
                <a:lnTo>
                  <a:pt x="74280" y="155780"/>
                </a:lnTo>
                <a:lnTo>
                  <a:pt x="75182" y="156231"/>
                </a:lnTo>
                <a:cubicBezTo>
                  <a:pt x="86471" y="151718"/>
                  <a:pt x="94598" y="149234"/>
                  <a:pt x="106111" y="146072"/>
                </a:cubicBezTo>
                <a:lnTo>
                  <a:pt x="106111" y="142913"/>
                </a:lnTo>
                <a:close/>
                <a:moveTo>
                  <a:pt x="181968" y="83309"/>
                </a:moveTo>
                <a:lnTo>
                  <a:pt x="181065" y="52380"/>
                </a:lnTo>
                <a:lnTo>
                  <a:pt x="178581" y="52380"/>
                </a:lnTo>
                <a:cubicBezTo>
                  <a:pt x="177455" y="54185"/>
                  <a:pt x="176325" y="54864"/>
                  <a:pt x="174971" y="54864"/>
                </a:cubicBezTo>
                <a:cubicBezTo>
                  <a:pt x="173617" y="54864"/>
                  <a:pt x="171357" y="54413"/>
                  <a:pt x="168874" y="53283"/>
                </a:cubicBezTo>
                <a:cubicBezTo>
                  <a:pt x="163682" y="51478"/>
                  <a:pt x="158491" y="50348"/>
                  <a:pt x="153072" y="50348"/>
                </a:cubicBezTo>
                <a:cubicBezTo>
                  <a:pt x="135234" y="50348"/>
                  <a:pt x="122367" y="62088"/>
                  <a:pt x="122367" y="78341"/>
                </a:cubicBezTo>
                <a:cubicBezTo>
                  <a:pt x="122367" y="90984"/>
                  <a:pt x="129591" y="100017"/>
                  <a:pt x="148783" y="110854"/>
                </a:cubicBezTo>
                <a:lnTo>
                  <a:pt x="161877" y="118302"/>
                </a:lnTo>
                <a:cubicBezTo>
                  <a:pt x="169776" y="122819"/>
                  <a:pt x="173617" y="128237"/>
                  <a:pt x="173617" y="135234"/>
                </a:cubicBezTo>
                <a:cubicBezTo>
                  <a:pt x="173617" y="145169"/>
                  <a:pt x="166390" y="151491"/>
                  <a:pt x="154877" y="151491"/>
                </a:cubicBezTo>
                <a:cubicBezTo>
                  <a:pt x="139299" y="151491"/>
                  <a:pt x="131396" y="142913"/>
                  <a:pt x="126205" y="119884"/>
                </a:cubicBezTo>
                <a:lnTo>
                  <a:pt x="122591" y="119884"/>
                </a:lnTo>
                <a:lnTo>
                  <a:pt x="122591" y="155104"/>
                </a:lnTo>
                <a:lnTo>
                  <a:pt x="125526" y="155104"/>
                </a:lnTo>
                <a:cubicBezTo>
                  <a:pt x="127107" y="152845"/>
                  <a:pt x="128010" y="152393"/>
                  <a:pt x="130721" y="152393"/>
                </a:cubicBezTo>
                <a:cubicBezTo>
                  <a:pt x="133205" y="152393"/>
                  <a:pt x="135913" y="152845"/>
                  <a:pt x="141104" y="154198"/>
                </a:cubicBezTo>
                <a:cubicBezTo>
                  <a:pt x="147202" y="155556"/>
                  <a:pt x="153072" y="156458"/>
                  <a:pt x="157585" y="156458"/>
                </a:cubicBezTo>
                <a:cubicBezTo>
                  <a:pt x="175195" y="156458"/>
                  <a:pt x="189419" y="143364"/>
                  <a:pt x="189419" y="127559"/>
                </a:cubicBezTo>
                <a:cubicBezTo>
                  <a:pt x="189419" y="116270"/>
                  <a:pt x="184000" y="108822"/>
                  <a:pt x="170455" y="100692"/>
                </a:cubicBezTo>
                <a:lnTo>
                  <a:pt x="146072" y="86244"/>
                </a:lnTo>
                <a:cubicBezTo>
                  <a:pt x="139750" y="82406"/>
                  <a:pt x="136364" y="76987"/>
                  <a:pt x="136364" y="70893"/>
                </a:cubicBezTo>
                <a:cubicBezTo>
                  <a:pt x="136364" y="61637"/>
                  <a:pt x="143364" y="55539"/>
                  <a:pt x="153747" y="55539"/>
                </a:cubicBezTo>
                <a:cubicBezTo>
                  <a:pt x="166617" y="55539"/>
                  <a:pt x="173390" y="62991"/>
                  <a:pt x="178581" y="83309"/>
                </a:cubicBezTo>
                <a:lnTo>
                  <a:pt x="181968" y="83309"/>
                </a:lnTo>
                <a:close/>
                <a:moveTo>
                  <a:pt x="202288" y="154198"/>
                </a:moveTo>
                <a:lnTo>
                  <a:pt x="255794" y="154198"/>
                </a:lnTo>
                <a:lnTo>
                  <a:pt x="255794" y="150812"/>
                </a:lnTo>
                <a:cubicBezTo>
                  <a:pt x="240895" y="149686"/>
                  <a:pt x="239314" y="147653"/>
                  <a:pt x="239086" y="131173"/>
                </a:cubicBezTo>
                <a:lnTo>
                  <a:pt x="239086" y="51023"/>
                </a:lnTo>
                <a:lnTo>
                  <a:pt x="238184" y="50348"/>
                </a:lnTo>
                <a:lnTo>
                  <a:pt x="203190" y="62763"/>
                </a:lnTo>
                <a:lnTo>
                  <a:pt x="203190" y="66150"/>
                </a:lnTo>
                <a:lnTo>
                  <a:pt x="204999" y="65926"/>
                </a:lnTo>
                <a:cubicBezTo>
                  <a:pt x="207707" y="65474"/>
                  <a:pt x="210414" y="65247"/>
                  <a:pt x="212674" y="65247"/>
                </a:cubicBezTo>
                <a:cubicBezTo>
                  <a:pt x="218093" y="65247"/>
                  <a:pt x="220122" y="68861"/>
                  <a:pt x="220122" y="78792"/>
                </a:cubicBezTo>
                <a:lnTo>
                  <a:pt x="220122" y="131173"/>
                </a:lnTo>
                <a:cubicBezTo>
                  <a:pt x="219671" y="147877"/>
                  <a:pt x="217642" y="150137"/>
                  <a:pt x="202288" y="150812"/>
                </a:cubicBezTo>
                <a:lnTo>
                  <a:pt x="202288" y="154198"/>
                </a:lnTo>
                <a:moveTo>
                  <a:pt x="227574" y="0"/>
                </a:moveTo>
                <a:cubicBezTo>
                  <a:pt x="221479" y="0"/>
                  <a:pt x="216284" y="5195"/>
                  <a:pt x="216284" y="11516"/>
                </a:cubicBezTo>
                <a:cubicBezTo>
                  <a:pt x="216284" y="18062"/>
                  <a:pt x="221252" y="23029"/>
                  <a:pt x="227574" y="23029"/>
                </a:cubicBezTo>
                <a:cubicBezTo>
                  <a:pt x="234346" y="23029"/>
                  <a:pt x="239314" y="18062"/>
                  <a:pt x="239314" y="11516"/>
                </a:cubicBezTo>
                <a:cubicBezTo>
                  <a:pt x="239314" y="4968"/>
                  <a:pt x="234122" y="0"/>
                  <a:pt x="227574" y="0"/>
                </a:cubicBezTo>
                <a:close/>
                <a:moveTo>
                  <a:pt x="317882" y="50348"/>
                </a:moveTo>
                <a:cubicBezTo>
                  <a:pt x="288304" y="50348"/>
                  <a:pt x="267986" y="72020"/>
                  <a:pt x="267986" y="103176"/>
                </a:cubicBezTo>
                <a:cubicBezTo>
                  <a:pt x="267986" y="133880"/>
                  <a:pt x="288983" y="156458"/>
                  <a:pt x="317428" y="156458"/>
                </a:cubicBezTo>
                <a:cubicBezTo>
                  <a:pt x="345876" y="156458"/>
                  <a:pt x="367548" y="132754"/>
                  <a:pt x="367548" y="101370"/>
                </a:cubicBezTo>
                <a:cubicBezTo>
                  <a:pt x="367548" y="71568"/>
                  <a:pt x="346778" y="50348"/>
                  <a:pt x="317882" y="50348"/>
                </a:cubicBezTo>
                <a:moveTo>
                  <a:pt x="314947" y="56669"/>
                </a:moveTo>
                <a:cubicBezTo>
                  <a:pt x="333912" y="56669"/>
                  <a:pt x="347230" y="78341"/>
                  <a:pt x="347230" y="109273"/>
                </a:cubicBezTo>
                <a:cubicBezTo>
                  <a:pt x="347230" y="135010"/>
                  <a:pt x="337071" y="150137"/>
                  <a:pt x="320139" y="150137"/>
                </a:cubicBezTo>
                <a:cubicBezTo>
                  <a:pt x="311334" y="150137"/>
                  <a:pt x="302980" y="144718"/>
                  <a:pt x="298239" y="135689"/>
                </a:cubicBezTo>
                <a:cubicBezTo>
                  <a:pt x="291918" y="123949"/>
                  <a:pt x="288304" y="108143"/>
                  <a:pt x="288304" y="92114"/>
                </a:cubicBezTo>
                <a:cubicBezTo>
                  <a:pt x="288304" y="70666"/>
                  <a:pt x="298691" y="56669"/>
                  <a:pt x="314947" y="56669"/>
                </a:cubicBezTo>
                <a:close/>
                <a:moveTo>
                  <a:pt x="378386" y="154198"/>
                </a:moveTo>
                <a:lnTo>
                  <a:pt x="426249" y="154198"/>
                </a:lnTo>
                <a:lnTo>
                  <a:pt x="426249" y="150812"/>
                </a:lnTo>
                <a:cubicBezTo>
                  <a:pt x="414960" y="150137"/>
                  <a:pt x="411347" y="147202"/>
                  <a:pt x="411347" y="139075"/>
                </a:cubicBezTo>
                <a:lnTo>
                  <a:pt x="411347" y="75633"/>
                </a:lnTo>
                <a:cubicBezTo>
                  <a:pt x="422184" y="65474"/>
                  <a:pt x="427152" y="62763"/>
                  <a:pt x="434603" y="62763"/>
                </a:cubicBezTo>
                <a:cubicBezTo>
                  <a:pt x="445665" y="62763"/>
                  <a:pt x="451084" y="69763"/>
                  <a:pt x="451084" y="84663"/>
                </a:cubicBezTo>
                <a:lnTo>
                  <a:pt x="451084" y="131848"/>
                </a:lnTo>
                <a:cubicBezTo>
                  <a:pt x="450633" y="146523"/>
                  <a:pt x="447921" y="150137"/>
                  <a:pt x="436860" y="150812"/>
                </a:cubicBezTo>
                <a:lnTo>
                  <a:pt x="436860" y="154198"/>
                </a:lnTo>
                <a:lnTo>
                  <a:pt x="483821" y="154198"/>
                </a:lnTo>
                <a:lnTo>
                  <a:pt x="483821" y="150812"/>
                </a:lnTo>
                <a:cubicBezTo>
                  <a:pt x="472756" y="149686"/>
                  <a:pt x="470272" y="146974"/>
                  <a:pt x="470048" y="135913"/>
                </a:cubicBezTo>
                <a:lnTo>
                  <a:pt x="470048" y="84211"/>
                </a:lnTo>
                <a:cubicBezTo>
                  <a:pt x="470048" y="62991"/>
                  <a:pt x="460113" y="50348"/>
                  <a:pt x="443409" y="50348"/>
                </a:cubicBezTo>
                <a:cubicBezTo>
                  <a:pt x="433022" y="50348"/>
                  <a:pt x="426022" y="54185"/>
                  <a:pt x="410671" y="68633"/>
                </a:cubicBezTo>
                <a:lnTo>
                  <a:pt x="410671" y="50799"/>
                </a:lnTo>
                <a:lnTo>
                  <a:pt x="409090" y="50348"/>
                </a:lnTo>
                <a:cubicBezTo>
                  <a:pt x="397350" y="54637"/>
                  <a:pt x="389675" y="57120"/>
                  <a:pt x="377934" y="60507"/>
                </a:cubicBezTo>
                <a:lnTo>
                  <a:pt x="377934" y="64344"/>
                </a:lnTo>
                <a:cubicBezTo>
                  <a:pt x="379515" y="63669"/>
                  <a:pt x="381548" y="63442"/>
                  <a:pt x="384032" y="63442"/>
                </a:cubicBezTo>
                <a:cubicBezTo>
                  <a:pt x="390353" y="63442"/>
                  <a:pt x="392382" y="66828"/>
                  <a:pt x="392382" y="77890"/>
                </a:cubicBezTo>
                <a:lnTo>
                  <a:pt x="392382" y="133880"/>
                </a:lnTo>
                <a:cubicBezTo>
                  <a:pt x="392158" y="147202"/>
                  <a:pt x="389675" y="150137"/>
                  <a:pt x="378386" y="150812"/>
                </a:cubicBezTo>
                <a:lnTo>
                  <a:pt x="378386" y="154198"/>
                </a:lnTo>
                <a:close/>
                <a:moveTo>
                  <a:pt x="548163" y="9033"/>
                </a:moveTo>
                <a:cubicBezTo>
                  <a:pt x="564871" y="10838"/>
                  <a:pt x="566903" y="12870"/>
                  <a:pt x="567127" y="29351"/>
                </a:cubicBezTo>
                <a:lnTo>
                  <a:pt x="567127" y="127108"/>
                </a:lnTo>
                <a:cubicBezTo>
                  <a:pt x="566903" y="146299"/>
                  <a:pt x="565322" y="148332"/>
                  <a:pt x="548163" y="149910"/>
                </a:cubicBezTo>
                <a:lnTo>
                  <a:pt x="548163" y="154198"/>
                </a:lnTo>
                <a:lnTo>
                  <a:pt x="611377" y="154198"/>
                </a:lnTo>
                <a:lnTo>
                  <a:pt x="611377" y="149910"/>
                </a:lnTo>
                <a:cubicBezTo>
                  <a:pt x="593543" y="149458"/>
                  <a:pt x="590380" y="146299"/>
                  <a:pt x="590156" y="129591"/>
                </a:cubicBezTo>
                <a:lnTo>
                  <a:pt x="590156" y="88500"/>
                </a:lnTo>
                <a:cubicBezTo>
                  <a:pt x="596027" y="88955"/>
                  <a:pt x="599864" y="89179"/>
                  <a:pt x="605734" y="89179"/>
                </a:cubicBezTo>
                <a:cubicBezTo>
                  <a:pt x="623569" y="89179"/>
                  <a:pt x="635536" y="86922"/>
                  <a:pt x="645244" y="81504"/>
                </a:cubicBezTo>
                <a:cubicBezTo>
                  <a:pt x="658790" y="74280"/>
                  <a:pt x="666916" y="60507"/>
                  <a:pt x="666916" y="45607"/>
                </a:cubicBezTo>
                <a:cubicBezTo>
                  <a:pt x="666916" y="36124"/>
                  <a:pt x="663757" y="27546"/>
                  <a:pt x="657660" y="20997"/>
                </a:cubicBezTo>
                <a:cubicBezTo>
                  <a:pt x="648631" y="11065"/>
                  <a:pt x="628988" y="4744"/>
                  <a:pt x="607767" y="4744"/>
                </a:cubicBezTo>
                <a:lnTo>
                  <a:pt x="548163" y="4744"/>
                </a:lnTo>
                <a:lnTo>
                  <a:pt x="548163" y="9033"/>
                </a:lnTo>
                <a:moveTo>
                  <a:pt x="590156" y="20773"/>
                </a:moveTo>
                <a:cubicBezTo>
                  <a:pt x="590156" y="14675"/>
                  <a:pt x="591738" y="13094"/>
                  <a:pt x="597832" y="13094"/>
                </a:cubicBezTo>
                <a:cubicBezTo>
                  <a:pt x="628309" y="13094"/>
                  <a:pt x="642309" y="23708"/>
                  <a:pt x="642309" y="46961"/>
                </a:cubicBezTo>
                <a:cubicBezTo>
                  <a:pt x="642309" y="68861"/>
                  <a:pt x="628988" y="80150"/>
                  <a:pt x="603023" y="80150"/>
                </a:cubicBezTo>
                <a:cubicBezTo>
                  <a:pt x="598510" y="80150"/>
                  <a:pt x="595348" y="79922"/>
                  <a:pt x="590156" y="79471"/>
                </a:cubicBezTo>
                <a:lnTo>
                  <a:pt x="590156" y="20773"/>
                </a:lnTo>
                <a:close/>
                <a:moveTo>
                  <a:pt x="671205" y="154198"/>
                </a:moveTo>
                <a:lnTo>
                  <a:pt x="725390" y="154198"/>
                </a:lnTo>
                <a:lnTo>
                  <a:pt x="725390" y="150812"/>
                </a:lnTo>
                <a:cubicBezTo>
                  <a:pt x="710264" y="150361"/>
                  <a:pt x="706650" y="147202"/>
                  <a:pt x="706199" y="133880"/>
                </a:cubicBezTo>
                <a:lnTo>
                  <a:pt x="706199" y="83085"/>
                </a:lnTo>
                <a:cubicBezTo>
                  <a:pt x="706199" y="75857"/>
                  <a:pt x="715683" y="64572"/>
                  <a:pt x="722004" y="64572"/>
                </a:cubicBezTo>
                <a:cubicBezTo>
                  <a:pt x="723358" y="64572"/>
                  <a:pt x="725390" y="65698"/>
                  <a:pt x="727874" y="67958"/>
                </a:cubicBezTo>
                <a:cubicBezTo>
                  <a:pt x="731261" y="71344"/>
                  <a:pt x="733968" y="72471"/>
                  <a:pt x="736903" y="72471"/>
                </a:cubicBezTo>
                <a:cubicBezTo>
                  <a:pt x="742322" y="72471"/>
                  <a:pt x="745709" y="68633"/>
                  <a:pt x="745709" y="62312"/>
                </a:cubicBezTo>
                <a:cubicBezTo>
                  <a:pt x="745709" y="54864"/>
                  <a:pt x="740968" y="50348"/>
                  <a:pt x="733293" y="50348"/>
                </a:cubicBezTo>
                <a:cubicBezTo>
                  <a:pt x="723809" y="50348"/>
                  <a:pt x="717488" y="55315"/>
                  <a:pt x="706199" y="71568"/>
                </a:cubicBezTo>
                <a:lnTo>
                  <a:pt x="706199" y="50799"/>
                </a:lnTo>
                <a:lnTo>
                  <a:pt x="705072" y="50348"/>
                </a:lnTo>
                <a:cubicBezTo>
                  <a:pt x="692429" y="55315"/>
                  <a:pt x="684299" y="58474"/>
                  <a:pt x="671656" y="62539"/>
                </a:cubicBezTo>
                <a:lnTo>
                  <a:pt x="671656" y="66150"/>
                </a:lnTo>
                <a:cubicBezTo>
                  <a:pt x="674819" y="65474"/>
                  <a:pt x="676851" y="65247"/>
                  <a:pt x="679559" y="65247"/>
                </a:cubicBezTo>
                <a:cubicBezTo>
                  <a:pt x="685202" y="65247"/>
                  <a:pt x="687234" y="68861"/>
                  <a:pt x="687234" y="78792"/>
                </a:cubicBezTo>
                <a:lnTo>
                  <a:pt x="687234" y="135234"/>
                </a:lnTo>
                <a:cubicBezTo>
                  <a:pt x="686783" y="146974"/>
                  <a:pt x="685429" y="148332"/>
                  <a:pt x="671205" y="150812"/>
                </a:cubicBezTo>
                <a:lnTo>
                  <a:pt x="671205" y="154198"/>
                </a:lnTo>
                <a:close/>
                <a:moveTo>
                  <a:pt x="801701" y="50348"/>
                </a:moveTo>
                <a:cubicBezTo>
                  <a:pt x="772122" y="50348"/>
                  <a:pt x="751804" y="72020"/>
                  <a:pt x="751804" y="103176"/>
                </a:cubicBezTo>
                <a:cubicBezTo>
                  <a:pt x="751804" y="133880"/>
                  <a:pt x="772801" y="156458"/>
                  <a:pt x="801246" y="156458"/>
                </a:cubicBezTo>
                <a:cubicBezTo>
                  <a:pt x="829694" y="156458"/>
                  <a:pt x="851366" y="132754"/>
                  <a:pt x="851366" y="101370"/>
                </a:cubicBezTo>
                <a:cubicBezTo>
                  <a:pt x="851366" y="71568"/>
                  <a:pt x="830597" y="50348"/>
                  <a:pt x="801701" y="50348"/>
                </a:cubicBezTo>
                <a:moveTo>
                  <a:pt x="798766" y="56669"/>
                </a:moveTo>
                <a:cubicBezTo>
                  <a:pt x="817730" y="56669"/>
                  <a:pt x="831048" y="78341"/>
                  <a:pt x="831048" y="109273"/>
                </a:cubicBezTo>
                <a:cubicBezTo>
                  <a:pt x="831048" y="135010"/>
                  <a:pt x="820889" y="150137"/>
                  <a:pt x="803957" y="150137"/>
                </a:cubicBezTo>
                <a:cubicBezTo>
                  <a:pt x="795152" y="150137"/>
                  <a:pt x="786798" y="144718"/>
                  <a:pt x="782058" y="135689"/>
                </a:cubicBezTo>
                <a:cubicBezTo>
                  <a:pt x="775736" y="123949"/>
                  <a:pt x="772122" y="108143"/>
                  <a:pt x="772122" y="92114"/>
                </a:cubicBezTo>
                <a:cubicBezTo>
                  <a:pt x="772122" y="70666"/>
                  <a:pt x="782509" y="56669"/>
                  <a:pt x="798766" y="56669"/>
                </a:cubicBezTo>
                <a:close/>
                <a:moveTo>
                  <a:pt x="947996" y="118981"/>
                </a:moveTo>
                <a:cubicBezTo>
                  <a:pt x="937158" y="134783"/>
                  <a:pt x="929032" y="140202"/>
                  <a:pt x="916162" y="140202"/>
                </a:cubicBezTo>
                <a:cubicBezTo>
                  <a:pt x="895392" y="140202"/>
                  <a:pt x="881168" y="122140"/>
                  <a:pt x="881168" y="96179"/>
                </a:cubicBezTo>
                <a:cubicBezTo>
                  <a:pt x="881168" y="72698"/>
                  <a:pt x="893587" y="56893"/>
                  <a:pt x="911873" y="56893"/>
                </a:cubicBezTo>
                <a:cubicBezTo>
                  <a:pt x="919999" y="56893"/>
                  <a:pt x="922934" y="59153"/>
                  <a:pt x="925194" y="67731"/>
                </a:cubicBezTo>
                <a:lnTo>
                  <a:pt x="926548" y="72698"/>
                </a:lnTo>
                <a:cubicBezTo>
                  <a:pt x="928353" y="79247"/>
                  <a:pt x="932418" y="83085"/>
                  <a:pt x="937386" y="83085"/>
                </a:cubicBezTo>
                <a:cubicBezTo>
                  <a:pt x="943256" y="83085"/>
                  <a:pt x="947996" y="78792"/>
                  <a:pt x="947996" y="73601"/>
                </a:cubicBezTo>
                <a:cubicBezTo>
                  <a:pt x="947996" y="60958"/>
                  <a:pt x="932191" y="50348"/>
                  <a:pt x="913227" y="50348"/>
                </a:cubicBezTo>
                <a:cubicBezTo>
                  <a:pt x="902165" y="50348"/>
                  <a:pt x="890652" y="54864"/>
                  <a:pt x="881395" y="62991"/>
                </a:cubicBezTo>
                <a:cubicBezTo>
                  <a:pt x="870106" y="72922"/>
                  <a:pt x="863785" y="88276"/>
                  <a:pt x="863785" y="106338"/>
                </a:cubicBezTo>
                <a:cubicBezTo>
                  <a:pt x="863785" y="135461"/>
                  <a:pt x="881619" y="156458"/>
                  <a:pt x="906681" y="156458"/>
                </a:cubicBezTo>
                <a:cubicBezTo>
                  <a:pt x="916840" y="156458"/>
                  <a:pt x="925869" y="152845"/>
                  <a:pt x="933999" y="145848"/>
                </a:cubicBezTo>
                <a:cubicBezTo>
                  <a:pt x="940094" y="140653"/>
                  <a:pt x="944383" y="134332"/>
                  <a:pt x="951155" y="121013"/>
                </a:cubicBezTo>
                <a:lnTo>
                  <a:pt x="947996" y="118981"/>
                </a:lnTo>
                <a:close/>
                <a:moveTo>
                  <a:pt x="1050493" y="117176"/>
                </a:moveTo>
                <a:cubicBezTo>
                  <a:pt x="1039659" y="134332"/>
                  <a:pt x="1029948" y="140880"/>
                  <a:pt x="1015500" y="140880"/>
                </a:cubicBezTo>
                <a:cubicBezTo>
                  <a:pt x="1002633" y="140880"/>
                  <a:pt x="992925" y="134332"/>
                  <a:pt x="986376" y="121465"/>
                </a:cubicBezTo>
                <a:cubicBezTo>
                  <a:pt x="982311" y="112883"/>
                  <a:pt x="980733" y="105659"/>
                  <a:pt x="980282" y="91663"/>
                </a:cubicBezTo>
                <a:lnTo>
                  <a:pt x="1049818" y="91663"/>
                </a:lnTo>
                <a:cubicBezTo>
                  <a:pt x="1048009" y="76987"/>
                  <a:pt x="1045753" y="70442"/>
                  <a:pt x="1040110" y="63214"/>
                </a:cubicBezTo>
                <a:cubicBezTo>
                  <a:pt x="1033334" y="55088"/>
                  <a:pt x="1022951" y="50348"/>
                  <a:pt x="1011211" y="50348"/>
                </a:cubicBezTo>
                <a:cubicBezTo>
                  <a:pt x="999922" y="50348"/>
                  <a:pt x="989311" y="54413"/>
                  <a:pt x="980733" y="62088"/>
                </a:cubicBezTo>
                <a:cubicBezTo>
                  <a:pt x="970120" y="71344"/>
                  <a:pt x="964025" y="87374"/>
                  <a:pt x="964025" y="105887"/>
                </a:cubicBezTo>
                <a:cubicBezTo>
                  <a:pt x="964025" y="137043"/>
                  <a:pt x="980282" y="156458"/>
                  <a:pt x="1006243" y="156458"/>
                </a:cubicBezTo>
                <a:cubicBezTo>
                  <a:pt x="1027691" y="156458"/>
                  <a:pt x="1044623" y="143137"/>
                  <a:pt x="1054107" y="118754"/>
                </a:cubicBezTo>
                <a:lnTo>
                  <a:pt x="1050493" y="117176"/>
                </a:lnTo>
                <a:moveTo>
                  <a:pt x="980733" y="84439"/>
                </a:moveTo>
                <a:cubicBezTo>
                  <a:pt x="983214" y="66828"/>
                  <a:pt x="990892" y="58474"/>
                  <a:pt x="1004662" y="58474"/>
                </a:cubicBezTo>
                <a:cubicBezTo>
                  <a:pt x="1018435" y="58474"/>
                  <a:pt x="1023854" y="64796"/>
                  <a:pt x="1026789" y="84439"/>
                </a:cubicBezTo>
                <a:lnTo>
                  <a:pt x="980733" y="84439"/>
                </a:lnTo>
                <a:close/>
                <a:moveTo>
                  <a:pt x="1128834" y="83309"/>
                </a:moveTo>
                <a:lnTo>
                  <a:pt x="1127931" y="52380"/>
                </a:lnTo>
                <a:lnTo>
                  <a:pt x="1125447" y="52380"/>
                </a:lnTo>
                <a:cubicBezTo>
                  <a:pt x="1124321" y="54185"/>
                  <a:pt x="1123191" y="54864"/>
                  <a:pt x="1121837" y="54864"/>
                </a:cubicBezTo>
                <a:cubicBezTo>
                  <a:pt x="1120483" y="54864"/>
                  <a:pt x="1118223" y="54413"/>
                  <a:pt x="1115739" y="53283"/>
                </a:cubicBezTo>
                <a:cubicBezTo>
                  <a:pt x="1110548" y="51478"/>
                  <a:pt x="1105356" y="50348"/>
                  <a:pt x="1099938" y="50348"/>
                </a:cubicBezTo>
                <a:cubicBezTo>
                  <a:pt x="1082100" y="50348"/>
                  <a:pt x="1069233" y="62088"/>
                  <a:pt x="1069233" y="78341"/>
                </a:cubicBezTo>
                <a:cubicBezTo>
                  <a:pt x="1069233" y="90984"/>
                  <a:pt x="1076457" y="100017"/>
                  <a:pt x="1095649" y="110854"/>
                </a:cubicBezTo>
                <a:lnTo>
                  <a:pt x="1108743" y="118302"/>
                </a:lnTo>
                <a:cubicBezTo>
                  <a:pt x="1116642" y="122819"/>
                  <a:pt x="1120483" y="128237"/>
                  <a:pt x="1120483" y="135234"/>
                </a:cubicBezTo>
                <a:cubicBezTo>
                  <a:pt x="1120483" y="145169"/>
                  <a:pt x="1113256" y="151491"/>
                  <a:pt x="1101743" y="151491"/>
                </a:cubicBezTo>
                <a:cubicBezTo>
                  <a:pt x="1086165" y="151491"/>
                  <a:pt x="1078262" y="142913"/>
                  <a:pt x="1073071" y="119884"/>
                </a:cubicBezTo>
                <a:lnTo>
                  <a:pt x="1069457" y="119884"/>
                </a:lnTo>
                <a:lnTo>
                  <a:pt x="1069457" y="155104"/>
                </a:lnTo>
                <a:lnTo>
                  <a:pt x="1072392" y="155104"/>
                </a:lnTo>
                <a:cubicBezTo>
                  <a:pt x="1073973" y="152845"/>
                  <a:pt x="1074876" y="152393"/>
                  <a:pt x="1077587" y="152393"/>
                </a:cubicBezTo>
                <a:cubicBezTo>
                  <a:pt x="1080071" y="152393"/>
                  <a:pt x="1082778" y="152845"/>
                  <a:pt x="1087970" y="154198"/>
                </a:cubicBezTo>
                <a:cubicBezTo>
                  <a:pt x="1094067" y="155556"/>
                  <a:pt x="1099938" y="156458"/>
                  <a:pt x="1104450" y="156458"/>
                </a:cubicBezTo>
                <a:cubicBezTo>
                  <a:pt x="1122061" y="156458"/>
                  <a:pt x="1136285" y="143364"/>
                  <a:pt x="1136285" y="127559"/>
                </a:cubicBezTo>
                <a:cubicBezTo>
                  <a:pt x="1136285" y="116270"/>
                  <a:pt x="1130866" y="108822"/>
                  <a:pt x="1117321" y="100692"/>
                </a:cubicBezTo>
                <a:lnTo>
                  <a:pt x="1092937" y="86244"/>
                </a:lnTo>
                <a:cubicBezTo>
                  <a:pt x="1086616" y="82406"/>
                  <a:pt x="1083230" y="76987"/>
                  <a:pt x="1083230" y="70893"/>
                </a:cubicBezTo>
                <a:cubicBezTo>
                  <a:pt x="1083230" y="61637"/>
                  <a:pt x="1090230" y="55539"/>
                  <a:pt x="1100613" y="55539"/>
                </a:cubicBezTo>
                <a:cubicBezTo>
                  <a:pt x="1113483" y="55539"/>
                  <a:pt x="1120256" y="62991"/>
                  <a:pt x="1125447" y="83309"/>
                </a:cubicBezTo>
                <a:lnTo>
                  <a:pt x="1128834" y="83309"/>
                </a:lnTo>
                <a:close/>
                <a:moveTo>
                  <a:pt x="1216657" y="83309"/>
                </a:moveTo>
                <a:lnTo>
                  <a:pt x="1215755" y="52380"/>
                </a:lnTo>
                <a:lnTo>
                  <a:pt x="1213271" y="52380"/>
                </a:lnTo>
                <a:cubicBezTo>
                  <a:pt x="1212144" y="54185"/>
                  <a:pt x="1211014" y="54864"/>
                  <a:pt x="1209660" y="54864"/>
                </a:cubicBezTo>
                <a:cubicBezTo>
                  <a:pt x="1208307" y="54864"/>
                  <a:pt x="1206047" y="54413"/>
                  <a:pt x="1203563" y="53283"/>
                </a:cubicBezTo>
                <a:cubicBezTo>
                  <a:pt x="1198371" y="51478"/>
                  <a:pt x="1193180" y="50348"/>
                  <a:pt x="1187761" y="50348"/>
                </a:cubicBezTo>
                <a:cubicBezTo>
                  <a:pt x="1169923" y="50348"/>
                  <a:pt x="1157056" y="62088"/>
                  <a:pt x="1157056" y="78341"/>
                </a:cubicBezTo>
                <a:cubicBezTo>
                  <a:pt x="1157056" y="90984"/>
                  <a:pt x="1164280" y="100017"/>
                  <a:pt x="1183472" y="110854"/>
                </a:cubicBezTo>
                <a:lnTo>
                  <a:pt x="1196566" y="118302"/>
                </a:lnTo>
                <a:cubicBezTo>
                  <a:pt x="1204466" y="122819"/>
                  <a:pt x="1208307" y="128237"/>
                  <a:pt x="1208307" y="135234"/>
                </a:cubicBezTo>
                <a:cubicBezTo>
                  <a:pt x="1208307" y="145169"/>
                  <a:pt x="1201079" y="151491"/>
                  <a:pt x="1189566" y="151491"/>
                </a:cubicBezTo>
                <a:cubicBezTo>
                  <a:pt x="1173988" y="151491"/>
                  <a:pt x="1166086" y="142913"/>
                  <a:pt x="1160894" y="119884"/>
                </a:cubicBezTo>
                <a:lnTo>
                  <a:pt x="1157280" y="119884"/>
                </a:lnTo>
                <a:lnTo>
                  <a:pt x="1157280" y="155104"/>
                </a:lnTo>
                <a:lnTo>
                  <a:pt x="1160215" y="155104"/>
                </a:lnTo>
                <a:cubicBezTo>
                  <a:pt x="1161797" y="152845"/>
                  <a:pt x="1162699" y="152393"/>
                  <a:pt x="1165410" y="152393"/>
                </a:cubicBezTo>
                <a:cubicBezTo>
                  <a:pt x="1167894" y="152393"/>
                  <a:pt x="1170602" y="152845"/>
                  <a:pt x="1175793" y="154198"/>
                </a:cubicBezTo>
                <a:cubicBezTo>
                  <a:pt x="1181891" y="155556"/>
                  <a:pt x="1187761" y="156458"/>
                  <a:pt x="1192274" y="156458"/>
                </a:cubicBezTo>
                <a:cubicBezTo>
                  <a:pt x="1209884" y="156458"/>
                  <a:pt x="1224109" y="143364"/>
                  <a:pt x="1224109" y="127559"/>
                </a:cubicBezTo>
                <a:cubicBezTo>
                  <a:pt x="1224109" y="116270"/>
                  <a:pt x="1218690" y="108822"/>
                  <a:pt x="1205144" y="100692"/>
                </a:cubicBezTo>
                <a:lnTo>
                  <a:pt x="1180761" y="86244"/>
                </a:lnTo>
                <a:cubicBezTo>
                  <a:pt x="1174440" y="82406"/>
                  <a:pt x="1171053" y="76987"/>
                  <a:pt x="1171053" y="70893"/>
                </a:cubicBezTo>
                <a:cubicBezTo>
                  <a:pt x="1171053" y="61637"/>
                  <a:pt x="1178053" y="55539"/>
                  <a:pt x="1188436" y="55539"/>
                </a:cubicBezTo>
                <a:cubicBezTo>
                  <a:pt x="1201307" y="55539"/>
                  <a:pt x="1208079" y="62991"/>
                  <a:pt x="1213271" y="83309"/>
                </a:cubicBezTo>
                <a:lnTo>
                  <a:pt x="1216657" y="833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InitialDecipherment">
            <a:extLst xmlns:a="http://schemas.openxmlformats.org/drawingml/2006/main">
              <a:ext uri="{FF2B5EF4-FFF2-40B4-BE49-F238E27FC236}">
                <a16:creationId xmlns:a16="http://schemas.microsoft.com/office/drawing/2014/main" id="{128E309F-A0D7-4984-AD40-3AFD8CE3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614" y="4445615"/>
            <a:ext cx="1862467" cy="202959"/>
          </a:xfrm>
          <a:custGeom xmlns:a="http://schemas.openxmlformats.org/drawingml/2006/main">
            <a:pathLst>
              <a:path w="1862467" h="202959">
                <a:moveTo>
                  <a:pt x="0" y="154021"/>
                </a:moveTo>
                <a:lnTo>
                  <a:pt x="66975" y="154021"/>
                </a:lnTo>
                <a:lnTo>
                  <a:pt x="66975" y="149737"/>
                </a:lnTo>
                <a:cubicBezTo>
                  <a:pt x="48483" y="149287"/>
                  <a:pt x="45328" y="146131"/>
                  <a:pt x="44877" y="129443"/>
                </a:cubicBezTo>
                <a:lnTo>
                  <a:pt x="44877" y="29317"/>
                </a:lnTo>
                <a:cubicBezTo>
                  <a:pt x="45328" y="12405"/>
                  <a:pt x="48260" y="9697"/>
                  <a:pt x="66975" y="9022"/>
                </a:cubicBezTo>
                <a:lnTo>
                  <a:pt x="66975" y="4738"/>
                </a:lnTo>
                <a:lnTo>
                  <a:pt x="0" y="4738"/>
                </a:lnTo>
                <a:lnTo>
                  <a:pt x="0" y="9022"/>
                </a:lnTo>
                <a:cubicBezTo>
                  <a:pt x="19170" y="10147"/>
                  <a:pt x="21651" y="12405"/>
                  <a:pt x="21874" y="29317"/>
                </a:cubicBezTo>
                <a:lnTo>
                  <a:pt x="21874" y="129443"/>
                </a:lnTo>
                <a:cubicBezTo>
                  <a:pt x="21651" y="146582"/>
                  <a:pt x="18943" y="149063"/>
                  <a:pt x="0" y="149737"/>
                </a:cubicBezTo>
                <a:lnTo>
                  <a:pt x="0" y="154021"/>
                </a:lnTo>
                <a:close/>
                <a:moveTo>
                  <a:pt x="75095" y="154021"/>
                </a:moveTo>
                <a:lnTo>
                  <a:pt x="122904" y="154021"/>
                </a:lnTo>
                <a:lnTo>
                  <a:pt x="122904" y="150639"/>
                </a:lnTo>
                <a:cubicBezTo>
                  <a:pt x="111628" y="149965"/>
                  <a:pt x="108018" y="147033"/>
                  <a:pt x="108018" y="138916"/>
                </a:cubicBezTo>
                <a:lnTo>
                  <a:pt x="108018" y="75547"/>
                </a:lnTo>
                <a:cubicBezTo>
                  <a:pt x="118843" y="65399"/>
                  <a:pt x="123805" y="62691"/>
                  <a:pt x="131248" y="62691"/>
                </a:cubicBezTo>
                <a:cubicBezTo>
                  <a:pt x="142297" y="62691"/>
                  <a:pt x="147710" y="69683"/>
                  <a:pt x="147710" y="84565"/>
                </a:cubicBezTo>
                <a:lnTo>
                  <a:pt x="147710" y="131696"/>
                </a:lnTo>
                <a:cubicBezTo>
                  <a:pt x="147259" y="146355"/>
                  <a:pt x="144551" y="149965"/>
                  <a:pt x="133502" y="150639"/>
                </a:cubicBezTo>
                <a:lnTo>
                  <a:pt x="133502" y="154021"/>
                </a:lnTo>
                <a:lnTo>
                  <a:pt x="180409" y="154021"/>
                </a:lnTo>
                <a:lnTo>
                  <a:pt x="180409" y="150639"/>
                </a:lnTo>
                <a:cubicBezTo>
                  <a:pt x="169357" y="149514"/>
                  <a:pt x="166876" y="146806"/>
                  <a:pt x="166652" y="135757"/>
                </a:cubicBezTo>
                <a:lnTo>
                  <a:pt x="166652" y="84115"/>
                </a:lnTo>
                <a:cubicBezTo>
                  <a:pt x="166652" y="62918"/>
                  <a:pt x="156728" y="50290"/>
                  <a:pt x="140043" y="50290"/>
                </a:cubicBezTo>
                <a:cubicBezTo>
                  <a:pt x="129669" y="50290"/>
                  <a:pt x="122677" y="54123"/>
                  <a:pt x="107344" y="68555"/>
                </a:cubicBezTo>
                <a:lnTo>
                  <a:pt x="107344" y="50741"/>
                </a:lnTo>
                <a:lnTo>
                  <a:pt x="105764" y="50290"/>
                </a:lnTo>
                <a:cubicBezTo>
                  <a:pt x="94037" y="54574"/>
                  <a:pt x="86371" y="57055"/>
                  <a:pt x="74644" y="60437"/>
                </a:cubicBezTo>
                <a:lnTo>
                  <a:pt x="74644" y="64271"/>
                </a:lnTo>
                <a:cubicBezTo>
                  <a:pt x="76223" y="63596"/>
                  <a:pt x="78254" y="63369"/>
                  <a:pt x="80735" y="63369"/>
                </a:cubicBezTo>
                <a:cubicBezTo>
                  <a:pt x="87049" y="63369"/>
                  <a:pt x="89075" y="66751"/>
                  <a:pt x="89075" y="77800"/>
                </a:cubicBezTo>
                <a:lnTo>
                  <a:pt x="89075" y="133727"/>
                </a:lnTo>
                <a:cubicBezTo>
                  <a:pt x="88852" y="147033"/>
                  <a:pt x="86371" y="149965"/>
                  <a:pt x="75095" y="150639"/>
                </a:cubicBezTo>
                <a:lnTo>
                  <a:pt x="75095" y="154021"/>
                </a:lnTo>
                <a:close/>
                <a:moveTo>
                  <a:pt x="187398" y="154021"/>
                </a:moveTo>
                <a:lnTo>
                  <a:pt x="240843" y="154021"/>
                </a:lnTo>
                <a:lnTo>
                  <a:pt x="240843" y="150639"/>
                </a:lnTo>
                <a:cubicBezTo>
                  <a:pt x="225961" y="149514"/>
                  <a:pt x="224381" y="147484"/>
                  <a:pt x="224154" y="131022"/>
                </a:cubicBezTo>
                <a:lnTo>
                  <a:pt x="224154" y="50964"/>
                </a:lnTo>
                <a:lnTo>
                  <a:pt x="223253" y="50290"/>
                </a:lnTo>
                <a:lnTo>
                  <a:pt x="188299" y="62691"/>
                </a:lnTo>
                <a:lnTo>
                  <a:pt x="188299" y="66074"/>
                </a:lnTo>
                <a:lnTo>
                  <a:pt x="190106" y="65850"/>
                </a:lnTo>
                <a:cubicBezTo>
                  <a:pt x="192811" y="65399"/>
                  <a:pt x="195515" y="65172"/>
                  <a:pt x="197772" y="65172"/>
                </a:cubicBezTo>
                <a:cubicBezTo>
                  <a:pt x="203185" y="65172"/>
                  <a:pt x="205212" y="68782"/>
                  <a:pt x="205212" y="78702"/>
                </a:cubicBezTo>
                <a:lnTo>
                  <a:pt x="205212" y="131022"/>
                </a:lnTo>
                <a:cubicBezTo>
                  <a:pt x="204761" y="147707"/>
                  <a:pt x="202734" y="149965"/>
                  <a:pt x="187398" y="150639"/>
                </a:cubicBezTo>
                <a:lnTo>
                  <a:pt x="187398" y="154021"/>
                </a:lnTo>
                <a:moveTo>
                  <a:pt x="212655" y="0"/>
                </a:moveTo>
                <a:cubicBezTo>
                  <a:pt x="206568" y="0"/>
                  <a:pt x="201379" y="5189"/>
                  <a:pt x="201379" y="11503"/>
                </a:cubicBezTo>
                <a:cubicBezTo>
                  <a:pt x="201379" y="18041"/>
                  <a:pt x="206340" y="23003"/>
                  <a:pt x="212655" y="23003"/>
                </a:cubicBezTo>
                <a:cubicBezTo>
                  <a:pt x="219420" y="23003"/>
                  <a:pt x="224381" y="18041"/>
                  <a:pt x="224381" y="11503"/>
                </a:cubicBezTo>
                <a:cubicBezTo>
                  <a:pt x="224381" y="4962"/>
                  <a:pt x="219196" y="0"/>
                  <a:pt x="212655" y="0"/>
                </a:cubicBezTo>
                <a:close/>
                <a:moveTo>
                  <a:pt x="303985" y="52544"/>
                </a:moveTo>
                <a:lnTo>
                  <a:pt x="281209" y="52544"/>
                </a:lnTo>
                <a:lnTo>
                  <a:pt x="281209" y="26385"/>
                </a:lnTo>
                <a:cubicBezTo>
                  <a:pt x="281209" y="24132"/>
                  <a:pt x="280758" y="23454"/>
                  <a:pt x="279630" y="23454"/>
                </a:cubicBezTo>
                <a:cubicBezTo>
                  <a:pt x="266550" y="42396"/>
                  <a:pt x="259785" y="50063"/>
                  <a:pt x="253248" y="53896"/>
                </a:cubicBezTo>
                <a:cubicBezTo>
                  <a:pt x="250767" y="55475"/>
                  <a:pt x="249411" y="56828"/>
                  <a:pt x="249411" y="58183"/>
                </a:cubicBezTo>
                <a:cubicBezTo>
                  <a:pt x="249411" y="58858"/>
                  <a:pt x="249638" y="59309"/>
                  <a:pt x="250316" y="59759"/>
                </a:cubicBezTo>
                <a:lnTo>
                  <a:pt x="262266" y="59759"/>
                </a:lnTo>
                <a:lnTo>
                  <a:pt x="262266" y="127639"/>
                </a:lnTo>
                <a:cubicBezTo>
                  <a:pt x="262266" y="146582"/>
                  <a:pt x="269031" y="156279"/>
                  <a:pt x="282338" y="156279"/>
                </a:cubicBezTo>
                <a:cubicBezTo>
                  <a:pt x="293387" y="156279"/>
                  <a:pt x="301955" y="150866"/>
                  <a:pt x="309397" y="139139"/>
                </a:cubicBezTo>
                <a:lnTo>
                  <a:pt x="306466" y="136658"/>
                </a:lnTo>
                <a:cubicBezTo>
                  <a:pt x="301504" y="142522"/>
                  <a:pt x="297898" y="144552"/>
                  <a:pt x="292936" y="144552"/>
                </a:cubicBezTo>
                <a:cubicBezTo>
                  <a:pt x="284591" y="144552"/>
                  <a:pt x="281209" y="138465"/>
                  <a:pt x="281209" y="124257"/>
                </a:cubicBezTo>
                <a:lnTo>
                  <a:pt x="281209" y="59759"/>
                </a:lnTo>
                <a:lnTo>
                  <a:pt x="303985" y="59759"/>
                </a:lnTo>
                <a:lnTo>
                  <a:pt x="303985" y="52544"/>
                </a:lnTo>
                <a:close/>
                <a:moveTo>
                  <a:pt x="311877" y="154021"/>
                </a:moveTo>
                <a:lnTo>
                  <a:pt x="365323" y="154021"/>
                </a:lnTo>
                <a:lnTo>
                  <a:pt x="365323" y="150639"/>
                </a:lnTo>
                <a:cubicBezTo>
                  <a:pt x="350440" y="149514"/>
                  <a:pt x="348861" y="147484"/>
                  <a:pt x="348634" y="131022"/>
                </a:cubicBezTo>
                <a:lnTo>
                  <a:pt x="348634" y="50964"/>
                </a:lnTo>
                <a:lnTo>
                  <a:pt x="347732" y="50290"/>
                </a:lnTo>
                <a:lnTo>
                  <a:pt x="312779" y="62691"/>
                </a:lnTo>
                <a:lnTo>
                  <a:pt x="312779" y="66074"/>
                </a:lnTo>
                <a:lnTo>
                  <a:pt x="314585" y="65850"/>
                </a:lnTo>
                <a:cubicBezTo>
                  <a:pt x="317290" y="65399"/>
                  <a:pt x="319995" y="65172"/>
                  <a:pt x="322252" y="65172"/>
                </a:cubicBezTo>
                <a:cubicBezTo>
                  <a:pt x="327665" y="65172"/>
                  <a:pt x="329691" y="68782"/>
                  <a:pt x="329691" y="78702"/>
                </a:cubicBezTo>
                <a:lnTo>
                  <a:pt x="329691" y="131022"/>
                </a:lnTo>
                <a:cubicBezTo>
                  <a:pt x="329241" y="147707"/>
                  <a:pt x="327214" y="149965"/>
                  <a:pt x="311877" y="150639"/>
                </a:cubicBezTo>
                <a:lnTo>
                  <a:pt x="311877" y="154021"/>
                </a:lnTo>
                <a:moveTo>
                  <a:pt x="337134" y="0"/>
                </a:moveTo>
                <a:cubicBezTo>
                  <a:pt x="331047" y="0"/>
                  <a:pt x="325858" y="5189"/>
                  <a:pt x="325858" y="11503"/>
                </a:cubicBezTo>
                <a:cubicBezTo>
                  <a:pt x="325858" y="18041"/>
                  <a:pt x="330820" y="23003"/>
                  <a:pt x="337134" y="23003"/>
                </a:cubicBezTo>
                <a:cubicBezTo>
                  <a:pt x="343899" y="23003"/>
                  <a:pt x="348861" y="18041"/>
                  <a:pt x="348861" y="11503"/>
                </a:cubicBezTo>
                <a:cubicBezTo>
                  <a:pt x="348861" y="4962"/>
                  <a:pt x="343675" y="0"/>
                  <a:pt x="337134" y="0"/>
                </a:cubicBezTo>
                <a:close/>
                <a:moveTo>
                  <a:pt x="470634" y="139139"/>
                </a:moveTo>
                <a:cubicBezTo>
                  <a:pt x="466801" y="142298"/>
                  <a:pt x="464096" y="143423"/>
                  <a:pt x="460714" y="143423"/>
                </a:cubicBezTo>
                <a:cubicBezTo>
                  <a:pt x="455528" y="143423"/>
                  <a:pt x="453949" y="140268"/>
                  <a:pt x="453949" y="130344"/>
                </a:cubicBezTo>
                <a:lnTo>
                  <a:pt x="453949" y="86372"/>
                </a:lnTo>
                <a:cubicBezTo>
                  <a:pt x="453949" y="74645"/>
                  <a:pt x="452820" y="68104"/>
                  <a:pt x="449438" y="62691"/>
                </a:cubicBezTo>
                <a:cubicBezTo>
                  <a:pt x="444476" y="54574"/>
                  <a:pt x="434779" y="50290"/>
                  <a:pt x="421476" y="50290"/>
                </a:cubicBezTo>
                <a:cubicBezTo>
                  <a:pt x="400276" y="50290"/>
                  <a:pt x="383591" y="61339"/>
                  <a:pt x="383591" y="75547"/>
                </a:cubicBezTo>
                <a:cubicBezTo>
                  <a:pt x="383591" y="80732"/>
                  <a:pt x="387875" y="85243"/>
                  <a:pt x="393288" y="85243"/>
                </a:cubicBezTo>
                <a:cubicBezTo>
                  <a:pt x="398697" y="85243"/>
                  <a:pt x="403435" y="80732"/>
                  <a:pt x="403435" y="75770"/>
                </a:cubicBezTo>
                <a:cubicBezTo>
                  <a:pt x="403435" y="74869"/>
                  <a:pt x="403208" y="73744"/>
                  <a:pt x="402985" y="72164"/>
                </a:cubicBezTo>
                <a:cubicBezTo>
                  <a:pt x="402534" y="70134"/>
                  <a:pt x="402307" y="68331"/>
                  <a:pt x="402307" y="66751"/>
                </a:cubicBezTo>
                <a:cubicBezTo>
                  <a:pt x="402307" y="60664"/>
                  <a:pt x="409522" y="55702"/>
                  <a:pt x="418545" y="55702"/>
                </a:cubicBezTo>
                <a:cubicBezTo>
                  <a:pt x="429594" y="55702"/>
                  <a:pt x="435681" y="62240"/>
                  <a:pt x="435681" y="74418"/>
                </a:cubicBezTo>
                <a:lnTo>
                  <a:pt x="435681" y="88175"/>
                </a:lnTo>
                <a:cubicBezTo>
                  <a:pt x="401178" y="101932"/>
                  <a:pt x="397121" y="103959"/>
                  <a:pt x="387424" y="112530"/>
                </a:cubicBezTo>
                <a:cubicBezTo>
                  <a:pt x="382463" y="117041"/>
                  <a:pt x="379304" y="124708"/>
                  <a:pt x="379304" y="132147"/>
                </a:cubicBezTo>
                <a:cubicBezTo>
                  <a:pt x="379304" y="146355"/>
                  <a:pt x="389228" y="156279"/>
                  <a:pt x="402985" y="156279"/>
                </a:cubicBezTo>
                <a:cubicBezTo>
                  <a:pt x="412905" y="156279"/>
                  <a:pt x="422151" y="151544"/>
                  <a:pt x="435908" y="139817"/>
                </a:cubicBezTo>
                <a:cubicBezTo>
                  <a:pt x="437036" y="151768"/>
                  <a:pt x="441093" y="156279"/>
                  <a:pt x="450339" y="156279"/>
                </a:cubicBezTo>
                <a:cubicBezTo>
                  <a:pt x="458006" y="156279"/>
                  <a:pt x="462744" y="153571"/>
                  <a:pt x="470634" y="145003"/>
                </a:cubicBezTo>
                <a:lnTo>
                  <a:pt x="470634" y="139139"/>
                </a:lnTo>
                <a:moveTo>
                  <a:pt x="435681" y="126287"/>
                </a:moveTo>
                <a:cubicBezTo>
                  <a:pt x="435681" y="133052"/>
                  <a:pt x="434555" y="135533"/>
                  <a:pt x="429817" y="138238"/>
                </a:cubicBezTo>
                <a:cubicBezTo>
                  <a:pt x="424181" y="141393"/>
                  <a:pt x="418094" y="143200"/>
                  <a:pt x="413356" y="143200"/>
                </a:cubicBezTo>
                <a:cubicBezTo>
                  <a:pt x="405465" y="143200"/>
                  <a:pt x="399151" y="135533"/>
                  <a:pt x="399151" y="125833"/>
                </a:cubicBezTo>
                <a:lnTo>
                  <a:pt x="399151" y="124931"/>
                </a:lnTo>
                <a:cubicBezTo>
                  <a:pt x="399375" y="111402"/>
                  <a:pt x="409299" y="102833"/>
                  <a:pt x="435681" y="93588"/>
                </a:cubicBezTo>
                <a:lnTo>
                  <a:pt x="435681" y="126287"/>
                </a:lnTo>
                <a:close/>
                <a:moveTo>
                  <a:pt x="474921" y="154021"/>
                </a:moveTo>
                <a:lnTo>
                  <a:pt x="528139" y="154021"/>
                </a:lnTo>
                <a:lnTo>
                  <a:pt x="528139" y="150639"/>
                </a:lnTo>
                <a:cubicBezTo>
                  <a:pt x="513935" y="149965"/>
                  <a:pt x="511454" y="147707"/>
                  <a:pt x="511227" y="135079"/>
                </a:cubicBezTo>
                <a:lnTo>
                  <a:pt x="511227" y="451"/>
                </a:lnTo>
                <a:lnTo>
                  <a:pt x="510325" y="0"/>
                </a:lnTo>
                <a:cubicBezTo>
                  <a:pt x="498826" y="3610"/>
                  <a:pt x="490481" y="6091"/>
                  <a:pt x="474470" y="9924"/>
                </a:cubicBezTo>
                <a:lnTo>
                  <a:pt x="474470" y="13530"/>
                </a:lnTo>
                <a:lnTo>
                  <a:pt x="475823" y="13530"/>
                </a:lnTo>
                <a:cubicBezTo>
                  <a:pt x="478304" y="13306"/>
                  <a:pt x="481008" y="13079"/>
                  <a:pt x="482815" y="13079"/>
                </a:cubicBezTo>
                <a:cubicBezTo>
                  <a:pt x="490030" y="13079"/>
                  <a:pt x="492284" y="16238"/>
                  <a:pt x="492284" y="26836"/>
                </a:cubicBezTo>
                <a:lnTo>
                  <a:pt x="492284" y="134404"/>
                </a:lnTo>
                <a:cubicBezTo>
                  <a:pt x="492061" y="146582"/>
                  <a:pt x="488902" y="149737"/>
                  <a:pt x="474921" y="150639"/>
                </a:cubicBezTo>
                <a:lnTo>
                  <a:pt x="474921" y="154021"/>
                </a:lnTo>
                <a:close/>
                <a:moveTo>
                  <a:pt x="592860" y="154021"/>
                </a:moveTo>
                <a:lnTo>
                  <a:pt x="656903" y="154021"/>
                </a:lnTo>
                <a:cubicBezTo>
                  <a:pt x="683065" y="154021"/>
                  <a:pt x="706742" y="146582"/>
                  <a:pt x="720723" y="133954"/>
                </a:cubicBezTo>
                <a:cubicBezTo>
                  <a:pt x="735382" y="120647"/>
                  <a:pt x="743726" y="100576"/>
                  <a:pt x="743726" y="78702"/>
                </a:cubicBezTo>
                <a:cubicBezTo>
                  <a:pt x="743726" y="58407"/>
                  <a:pt x="737185" y="40817"/>
                  <a:pt x="724556" y="28416"/>
                </a:cubicBezTo>
                <a:cubicBezTo>
                  <a:pt x="709223" y="12855"/>
                  <a:pt x="684641" y="4738"/>
                  <a:pt x="653748" y="4738"/>
                </a:cubicBezTo>
                <a:lnTo>
                  <a:pt x="592860" y="4738"/>
                </a:lnTo>
                <a:lnTo>
                  <a:pt x="592860" y="9022"/>
                </a:lnTo>
                <a:cubicBezTo>
                  <a:pt x="610674" y="10602"/>
                  <a:pt x="612480" y="12405"/>
                  <a:pt x="612704" y="29317"/>
                </a:cubicBezTo>
                <a:lnTo>
                  <a:pt x="612704" y="129443"/>
                </a:lnTo>
                <a:cubicBezTo>
                  <a:pt x="612480" y="145904"/>
                  <a:pt x="609772" y="148612"/>
                  <a:pt x="592860" y="149737"/>
                </a:cubicBezTo>
                <a:lnTo>
                  <a:pt x="592860" y="154021"/>
                </a:lnTo>
                <a:moveTo>
                  <a:pt x="635707" y="21874"/>
                </a:moveTo>
                <a:cubicBezTo>
                  <a:pt x="635707" y="14886"/>
                  <a:pt x="637961" y="13079"/>
                  <a:pt x="647434" y="13079"/>
                </a:cubicBezTo>
                <a:cubicBezTo>
                  <a:pt x="667051" y="13079"/>
                  <a:pt x="681486" y="16689"/>
                  <a:pt x="692311" y="24355"/>
                </a:cubicBezTo>
                <a:cubicBezTo>
                  <a:pt x="709898" y="36533"/>
                  <a:pt x="719144" y="55926"/>
                  <a:pt x="719144" y="80281"/>
                </a:cubicBezTo>
                <a:cubicBezTo>
                  <a:pt x="719144" y="106890"/>
                  <a:pt x="709898" y="125833"/>
                  <a:pt x="691633" y="136435"/>
                </a:cubicBezTo>
                <a:cubicBezTo>
                  <a:pt x="680133" y="142972"/>
                  <a:pt x="667051" y="145681"/>
                  <a:pt x="647434" y="145681"/>
                </a:cubicBezTo>
                <a:cubicBezTo>
                  <a:pt x="638412" y="145681"/>
                  <a:pt x="635707" y="143650"/>
                  <a:pt x="635707" y="136435"/>
                </a:cubicBezTo>
                <a:lnTo>
                  <a:pt x="635707" y="21874"/>
                </a:lnTo>
                <a:close/>
                <a:moveTo>
                  <a:pt x="844075" y="117041"/>
                </a:moveTo>
                <a:cubicBezTo>
                  <a:pt x="833253" y="134177"/>
                  <a:pt x="823553" y="140719"/>
                  <a:pt x="809122" y="140719"/>
                </a:cubicBezTo>
                <a:cubicBezTo>
                  <a:pt x="796270" y="140719"/>
                  <a:pt x="786573" y="134177"/>
                  <a:pt x="780032" y="121325"/>
                </a:cubicBezTo>
                <a:cubicBezTo>
                  <a:pt x="775971" y="112754"/>
                  <a:pt x="774395" y="105538"/>
                  <a:pt x="773945" y="91557"/>
                </a:cubicBezTo>
                <a:lnTo>
                  <a:pt x="843401" y="91557"/>
                </a:lnTo>
                <a:cubicBezTo>
                  <a:pt x="841594" y="76899"/>
                  <a:pt x="839340" y="70361"/>
                  <a:pt x="833704" y="63142"/>
                </a:cubicBezTo>
                <a:cubicBezTo>
                  <a:pt x="826936" y="55025"/>
                  <a:pt x="816565" y="50290"/>
                  <a:pt x="804838" y="50290"/>
                </a:cubicBezTo>
                <a:cubicBezTo>
                  <a:pt x="793562" y="50290"/>
                  <a:pt x="782964" y="54350"/>
                  <a:pt x="774395" y="62017"/>
                </a:cubicBezTo>
                <a:cubicBezTo>
                  <a:pt x="763794" y="71263"/>
                  <a:pt x="757707" y="87273"/>
                  <a:pt x="757707" y="105765"/>
                </a:cubicBezTo>
                <a:cubicBezTo>
                  <a:pt x="757707" y="136885"/>
                  <a:pt x="773945" y="156279"/>
                  <a:pt x="799876" y="156279"/>
                </a:cubicBezTo>
                <a:cubicBezTo>
                  <a:pt x="821299" y="156279"/>
                  <a:pt x="838212" y="142972"/>
                  <a:pt x="847685" y="118617"/>
                </a:cubicBezTo>
                <a:lnTo>
                  <a:pt x="844075" y="117041"/>
                </a:lnTo>
                <a:moveTo>
                  <a:pt x="774395" y="84342"/>
                </a:moveTo>
                <a:cubicBezTo>
                  <a:pt x="776873" y="66751"/>
                  <a:pt x="784543" y="58407"/>
                  <a:pt x="798296" y="58407"/>
                </a:cubicBezTo>
                <a:cubicBezTo>
                  <a:pt x="812054" y="58407"/>
                  <a:pt x="817466" y="64721"/>
                  <a:pt x="820398" y="84342"/>
                </a:cubicBezTo>
                <a:lnTo>
                  <a:pt x="774395" y="84342"/>
                </a:lnTo>
                <a:close/>
                <a:moveTo>
                  <a:pt x="941947" y="118844"/>
                </a:moveTo>
                <a:cubicBezTo>
                  <a:pt x="931121" y="134628"/>
                  <a:pt x="923004" y="140041"/>
                  <a:pt x="910149" y="140041"/>
                </a:cubicBezTo>
                <a:cubicBezTo>
                  <a:pt x="889403" y="140041"/>
                  <a:pt x="875195" y="122000"/>
                  <a:pt x="875195" y="96069"/>
                </a:cubicBezTo>
                <a:cubicBezTo>
                  <a:pt x="875195" y="72615"/>
                  <a:pt x="887600" y="56828"/>
                  <a:pt x="905865" y="56828"/>
                </a:cubicBezTo>
                <a:cubicBezTo>
                  <a:pt x="913982" y="56828"/>
                  <a:pt x="916914" y="59085"/>
                  <a:pt x="919171" y="67653"/>
                </a:cubicBezTo>
                <a:lnTo>
                  <a:pt x="920523" y="72615"/>
                </a:lnTo>
                <a:cubicBezTo>
                  <a:pt x="922326" y="79156"/>
                  <a:pt x="926387" y="82989"/>
                  <a:pt x="931349" y="82989"/>
                </a:cubicBezTo>
                <a:cubicBezTo>
                  <a:pt x="937212" y="82989"/>
                  <a:pt x="941947" y="78702"/>
                  <a:pt x="941947" y="73516"/>
                </a:cubicBezTo>
                <a:cubicBezTo>
                  <a:pt x="941947" y="60888"/>
                  <a:pt x="926160" y="50290"/>
                  <a:pt x="907217" y="50290"/>
                </a:cubicBezTo>
                <a:cubicBezTo>
                  <a:pt x="896168" y="50290"/>
                  <a:pt x="884668" y="54801"/>
                  <a:pt x="875422" y="62918"/>
                </a:cubicBezTo>
                <a:cubicBezTo>
                  <a:pt x="864146" y="72839"/>
                  <a:pt x="857832" y="88175"/>
                  <a:pt x="857832" y="106216"/>
                </a:cubicBezTo>
                <a:cubicBezTo>
                  <a:pt x="857832" y="135306"/>
                  <a:pt x="875646" y="156279"/>
                  <a:pt x="900679" y="156279"/>
                </a:cubicBezTo>
                <a:cubicBezTo>
                  <a:pt x="910827" y="156279"/>
                  <a:pt x="919845" y="152669"/>
                  <a:pt x="927966" y="145681"/>
                </a:cubicBezTo>
                <a:cubicBezTo>
                  <a:pt x="934053" y="140492"/>
                  <a:pt x="938337" y="134177"/>
                  <a:pt x="945102" y="120875"/>
                </a:cubicBezTo>
                <a:lnTo>
                  <a:pt x="941947" y="118844"/>
                </a:lnTo>
                <a:close/>
                <a:moveTo>
                  <a:pt x="955927" y="154021"/>
                </a:moveTo>
                <a:lnTo>
                  <a:pt x="1009372" y="154021"/>
                </a:lnTo>
                <a:lnTo>
                  <a:pt x="1009372" y="150639"/>
                </a:lnTo>
                <a:cubicBezTo>
                  <a:pt x="994490" y="149514"/>
                  <a:pt x="992910" y="147484"/>
                  <a:pt x="992683" y="131022"/>
                </a:cubicBezTo>
                <a:lnTo>
                  <a:pt x="992683" y="50964"/>
                </a:lnTo>
                <a:lnTo>
                  <a:pt x="991782" y="50290"/>
                </a:lnTo>
                <a:lnTo>
                  <a:pt x="956828" y="62691"/>
                </a:lnTo>
                <a:lnTo>
                  <a:pt x="956828" y="66074"/>
                </a:lnTo>
                <a:lnTo>
                  <a:pt x="958635" y="65850"/>
                </a:lnTo>
                <a:cubicBezTo>
                  <a:pt x="961339" y="65399"/>
                  <a:pt x="964044" y="65172"/>
                  <a:pt x="966301" y="65172"/>
                </a:cubicBezTo>
                <a:cubicBezTo>
                  <a:pt x="971714" y="65172"/>
                  <a:pt x="973741" y="68782"/>
                  <a:pt x="973741" y="78702"/>
                </a:cubicBezTo>
                <a:lnTo>
                  <a:pt x="973741" y="131022"/>
                </a:lnTo>
                <a:cubicBezTo>
                  <a:pt x="973290" y="147707"/>
                  <a:pt x="971263" y="149965"/>
                  <a:pt x="955927" y="150639"/>
                </a:cubicBezTo>
                <a:lnTo>
                  <a:pt x="955927" y="154021"/>
                </a:lnTo>
                <a:moveTo>
                  <a:pt x="981184" y="0"/>
                </a:moveTo>
                <a:cubicBezTo>
                  <a:pt x="975096" y="0"/>
                  <a:pt x="969907" y="5189"/>
                  <a:pt x="969907" y="11503"/>
                </a:cubicBezTo>
                <a:cubicBezTo>
                  <a:pt x="969907" y="18041"/>
                  <a:pt x="974869" y="23003"/>
                  <a:pt x="981184" y="23003"/>
                </a:cubicBezTo>
                <a:cubicBezTo>
                  <a:pt x="987948" y="23003"/>
                  <a:pt x="992910" y="18041"/>
                  <a:pt x="992910" y="11503"/>
                </a:cubicBezTo>
                <a:cubicBezTo>
                  <a:pt x="992910" y="4962"/>
                  <a:pt x="987725" y="0"/>
                  <a:pt x="981184" y="0"/>
                </a:cubicBezTo>
                <a:close/>
                <a:moveTo>
                  <a:pt x="1016137" y="202959"/>
                </a:moveTo>
                <a:lnTo>
                  <a:pt x="1070711" y="202959"/>
                </a:lnTo>
                <a:lnTo>
                  <a:pt x="1070711" y="198899"/>
                </a:lnTo>
                <a:cubicBezTo>
                  <a:pt x="1053798" y="198675"/>
                  <a:pt x="1051090" y="196418"/>
                  <a:pt x="1050867" y="181986"/>
                </a:cubicBezTo>
                <a:lnTo>
                  <a:pt x="1050867" y="146582"/>
                </a:lnTo>
                <a:cubicBezTo>
                  <a:pt x="1058984" y="154021"/>
                  <a:pt x="1064169" y="156279"/>
                  <a:pt x="1073642" y="156279"/>
                </a:cubicBezTo>
                <a:cubicBezTo>
                  <a:pt x="1100479" y="156279"/>
                  <a:pt x="1120997" y="131022"/>
                  <a:pt x="1120997" y="98322"/>
                </a:cubicBezTo>
                <a:cubicBezTo>
                  <a:pt x="1120997" y="70361"/>
                  <a:pt x="1105213" y="50290"/>
                  <a:pt x="1083339" y="50290"/>
                </a:cubicBezTo>
                <a:cubicBezTo>
                  <a:pt x="1070711" y="50290"/>
                  <a:pt x="1060787" y="55702"/>
                  <a:pt x="1050867" y="68104"/>
                </a:cubicBezTo>
                <a:lnTo>
                  <a:pt x="1050867" y="50741"/>
                </a:lnTo>
                <a:lnTo>
                  <a:pt x="1049514" y="50290"/>
                </a:lnTo>
                <a:cubicBezTo>
                  <a:pt x="1037337" y="55025"/>
                  <a:pt x="1029443" y="57956"/>
                  <a:pt x="1017038" y="61790"/>
                </a:cubicBezTo>
                <a:lnTo>
                  <a:pt x="1017038" y="65399"/>
                </a:lnTo>
                <a:cubicBezTo>
                  <a:pt x="1019069" y="65172"/>
                  <a:pt x="1020421" y="65172"/>
                  <a:pt x="1022678" y="65172"/>
                </a:cubicBezTo>
                <a:cubicBezTo>
                  <a:pt x="1030345" y="65172"/>
                  <a:pt x="1031924" y="67429"/>
                  <a:pt x="1031924" y="78028"/>
                </a:cubicBezTo>
                <a:lnTo>
                  <a:pt x="1031924" y="183566"/>
                </a:lnTo>
                <a:cubicBezTo>
                  <a:pt x="1031924" y="195516"/>
                  <a:pt x="1029443" y="197773"/>
                  <a:pt x="1016137" y="199126"/>
                </a:cubicBezTo>
                <a:lnTo>
                  <a:pt x="1016137" y="202959"/>
                </a:lnTo>
                <a:moveTo>
                  <a:pt x="1050867" y="78702"/>
                </a:moveTo>
                <a:cubicBezTo>
                  <a:pt x="1050867" y="71937"/>
                  <a:pt x="1063495" y="63820"/>
                  <a:pt x="1073866" y="63820"/>
                </a:cubicBezTo>
                <a:cubicBezTo>
                  <a:pt x="1090555" y="63820"/>
                  <a:pt x="1101604" y="80959"/>
                  <a:pt x="1101604" y="107345"/>
                </a:cubicBezTo>
                <a:cubicBezTo>
                  <a:pt x="1101604" y="132147"/>
                  <a:pt x="1090555" y="149063"/>
                  <a:pt x="1074320" y="149063"/>
                </a:cubicBezTo>
                <a:cubicBezTo>
                  <a:pt x="1063719" y="149063"/>
                  <a:pt x="1050867" y="140942"/>
                  <a:pt x="1050867" y="134177"/>
                </a:cubicBezTo>
                <a:lnTo>
                  <a:pt x="1050867" y="78702"/>
                </a:lnTo>
                <a:close/>
                <a:moveTo>
                  <a:pt x="1237588" y="150639"/>
                </a:moveTo>
                <a:cubicBezTo>
                  <a:pt x="1225410" y="148612"/>
                  <a:pt x="1224281" y="147033"/>
                  <a:pt x="1224054" y="131022"/>
                </a:cubicBezTo>
                <a:lnTo>
                  <a:pt x="1224054" y="86145"/>
                </a:lnTo>
                <a:cubicBezTo>
                  <a:pt x="1224054" y="62467"/>
                  <a:pt x="1214808" y="50290"/>
                  <a:pt x="1196316" y="50290"/>
                </a:cubicBezTo>
                <a:cubicBezTo>
                  <a:pt x="1183014" y="50290"/>
                  <a:pt x="1173541" y="55702"/>
                  <a:pt x="1163170" y="69232"/>
                </a:cubicBezTo>
                <a:lnTo>
                  <a:pt x="1163170" y="678"/>
                </a:lnTo>
                <a:lnTo>
                  <a:pt x="1162041" y="0"/>
                </a:lnTo>
                <a:cubicBezTo>
                  <a:pt x="1154147" y="2708"/>
                  <a:pt x="1148511" y="4511"/>
                  <a:pt x="1136106" y="8121"/>
                </a:cubicBezTo>
                <a:lnTo>
                  <a:pt x="1130019" y="9924"/>
                </a:lnTo>
                <a:lnTo>
                  <a:pt x="1130019" y="13530"/>
                </a:lnTo>
                <a:cubicBezTo>
                  <a:pt x="1130921" y="13306"/>
                  <a:pt x="1131372" y="13306"/>
                  <a:pt x="1132724" y="13306"/>
                </a:cubicBezTo>
                <a:cubicBezTo>
                  <a:pt x="1142421" y="13306"/>
                  <a:pt x="1144227" y="15109"/>
                  <a:pt x="1144227" y="24806"/>
                </a:cubicBezTo>
                <a:lnTo>
                  <a:pt x="1144227" y="131022"/>
                </a:lnTo>
                <a:cubicBezTo>
                  <a:pt x="1143776" y="147256"/>
                  <a:pt x="1142648" y="149063"/>
                  <a:pt x="1129792" y="150639"/>
                </a:cubicBezTo>
                <a:lnTo>
                  <a:pt x="1129792" y="154021"/>
                </a:lnTo>
                <a:lnTo>
                  <a:pt x="1178503" y="154021"/>
                </a:lnTo>
                <a:lnTo>
                  <a:pt x="1178503" y="150639"/>
                </a:lnTo>
                <a:cubicBezTo>
                  <a:pt x="1165423" y="149514"/>
                  <a:pt x="1163620" y="147033"/>
                  <a:pt x="1163170" y="131022"/>
                </a:cubicBezTo>
                <a:lnTo>
                  <a:pt x="1163170" y="76675"/>
                </a:lnTo>
                <a:cubicBezTo>
                  <a:pt x="1172639" y="66301"/>
                  <a:pt x="1179404" y="62467"/>
                  <a:pt x="1188426" y="62467"/>
                </a:cubicBezTo>
                <a:cubicBezTo>
                  <a:pt x="1199475" y="62467"/>
                  <a:pt x="1205112" y="70585"/>
                  <a:pt x="1205112" y="86372"/>
                </a:cubicBezTo>
                <a:lnTo>
                  <a:pt x="1205112" y="131022"/>
                </a:lnTo>
                <a:cubicBezTo>
                  <a:pt x="1204661" y="147033"/>
                  <a:pt x="1202631" y="149514"/>
                  <a:pt x="1189779" y="150639"/>
                </a:cubicBezTo>
                <a:lnTo>
                  <a:pt x="1189779" y="154021"/>
                </a:lnTo>
                <a:lnTo>
                  <a:pt x="1237588" y="154021"/>
                </a:lnTo>
                <a:lnTo>
                  <a:pt x="1237588" y="150639"/>
                </a:lnTo>
                <a:close/>
                <a:moveTo>
                  <a:pt x="1332524" y="117041"/>
                </a:moveTo>
                <a:cubicBezTo>
                  <a:pt x="1321702" y="134177"/>
                  <a:pt x="1312002" y="140719"/>
                  <a:pt x="1297571" y="140719"/>
                </a:cubicBezTo>
                <a:cubicBezTo>
                  <a:pt x="1284719" y="140719"/>
                  <a:pt x="1275022" y="134177"/>
                  <a:pt x="1268481" y="121325"/>
                </a:cubicBezTo>
                <a:cubicBezTo>
                  <a:pt x="1264421" y="112754"/>
                  <a:pt x="1262845" y="105538"/>
                  <a:pt x="1262394" y="91557"/>
                </a:cubicBezTo>
                <a:lnTo>
                  <a:pt x="1331850" y="91557"/>
                </a:lnTo>
                <a:cubicBezTo>
                  <a:pt x="1330043" y="76899"/>
                  <a:pt x="1327789" y="70361"/>
                  <a:pt x="1322153" y="63142"/>
                </a:cubicBezTo>
                <a:cubicBezTo>
                  <a:pt x="1315385" y="55025"/>
                  <a:pt x="1305014" y="50290"/>
                  <a:pt x="1293287" y="50290"/>
                </a:cubicBezTo>
                <a:cubicBezTo>
                  <a:pt x="1282011" y="50290"/>
                  <a:pt x="1271413" y="54350"/>
                  <a:pt x="1262845" y="62017"/>
                </a:cubicBezTo>
                <a:cubicBezTo>
                  <a:pt x="1252243" y="71263"/>
                  <a:pt x="1246156" y="87273"/>
                  <a:pt x="1246156" y="105765"/>
                </a:cubicBezTo>
                <a:cubicBezTo>
                  <a:pt x="1246156" y="136885"/>
                  <a:pt x="1262394" y="156279"/>
                  <a:pt x="1288325" y="156279"/>
                </a:cubicBezTo>
                <a:cubicBezTo>
                  <a:pt x="1309748" y="156279"/>
                  <a:pt x="1326661" y="142972"/>
                  <a:pt x="1336134" y="118617"/>
                </a:cubicBezTo>
                <a:lnTo>
                  <a:pt x="1332524" y="117041"/>
                </a:lnTo>
                <a:moveTo>
                  <a:pt x="1262845" y="84342"/>
                </a:moveTo>
                <a:cubicBezTo>
                  <a:pt x="1265322" y="66751"/>
                  <a:pt x="1272992" y="58407"/>
                  <a:pt x="1286746" y="58407"/>
                </a:cubicBezTo>
                <a:cubicBezTo>
                  <a:pt x="1300503" y="58407"/>
                  <a:pt x="1305915" y="64721"/>
                  <a:pt x="1308847" y="84342"/>
                </a:cubicBezTo>
                <a:lnTo>
                  <a:pt x="1262845" y="84342"/>
                </a:lnTo>
                <a:close/>
                <a:moveTo>
                  <a:pt x="1340868" y="154021"/>
                </a:moveTo>
                <a:lnTo>
                  <a:pt x="1394991" y="154021"/>
                </a:lnTo>
                <a:lnTo>
                  <a:pt x="1394991" y="150639"/>
                </a:lnTo>
                <a:cubicBezTo>
                  <a:pt x="1379882" y="150188"/>
                  <a:pt x="1376272" y="147033"/>
                  <a:pt x="1375821" y="133727"/>
                </a:cubicBezTo>
                <a:lnTo>
                  <a:pt x="1375821" y="82989"/>
                </a:lnTo>
                <a:cubicBezTo>
                  <a:pt x="1375821" y="75770"/>
                  <a:pt x="1385294" y="64498"/>
                  <a:pt x="1391609" y="64498"/>
                </a:cubicBezTo>
                <a:cubicBezTo>
                  <a:pt x="1392961" y="64498"/>
                  <a:pt x="1394991" y="65623"/>
                  <a:pt x="1397472" y="67880"/>
                </a:cubicBezTo>
                <a:cubicBezTo>
                  <a:pt x="1400854" y="71263"/>
                  <a:pt x="1403559" y="72388"/>
                  <a:pt x="1406491" y="72388"/>
                </a:cubicBezTo>
                <a:cubicBezTo>
                  <a:pt x="1411903" y="72388"/>
                  <a:pt x="1415286" y="68555"/>
                  <a:pt x="1415286" y="62240"/>
                </a:cubicBezTo>
                <a:cubicBezTo>
                  <a:pt x="1415286" y="54801"/>
                  <a:pt x="1410551" y="50290"/>
                  <a:pt x="1402885" y="50290"/>
                </a:cubicBezTo>
                <a:cubicBezTo>
                  <a:pt x="1393412" y="50290"/>
                  <a:pt x="1387097" y="55252"/>
                  <a:pt x="1375821" y="71486"/>
                </a:cubicBezTo>
                <a:lnTo>
                  <a:pt x="1375821" y="50741"/>
                </a:lnTo>
                <a:lnTo>
                  <a:pt x="1374696" y="50290"/>
                </a:lnTo>
                <a:cubicBezTo>
                  <a:pt x="1362068" y="55252"/>
                  <a:pt x="1353947" y="58407"/>
                  <a:pt x="1341319" y="62467"/>
                </a:cubicBezTo>
                <a:lnTo>
                  <a:pt x="1341319" y="66074"/>
                </a:lnTo>
                <a:cubicBezTo>
                  <a:pt x="1344478" y="65399"/>
                  <a:pt x="1346508" y="65172"/>
                  <a:pt x="1349212" y="65172"/>
                </a:cubicBezTo>
                <a:cubicBezTo>
                  <a:pt x="1354849" y="65172"/>
                  <a:pt x="1356879" y="68782"/>
                  <a:pt x="1356879" y="78702"/>
                </a:cubicBezTo>
                <a:lnTo>
                  <a:pt x="1356879" y="135079"/>
                </a:lnTo>
                <a:cubicBezTo>
                  <a:pt x="1356428" y="146806"/>
                  <a:pt x="1355076" y="148161"/>
                  <a:pt x="1340868" y="150639"/>
                </a:cubicBezTo>
                <a:lnTo>
                  <a:pt x="1340868" y="154021"/>
                </a:lnTo>
                <a:close/>
                <a:moveTo>
                  <a:pt x="1418442" y="154021"/>
                </a:moveTo>
                <a:lnTo>
                  <a:pt x="1468505" y="154021"/>
                </a:lnTo>
                <a:lnTo>
                  <a:pt x="1468505" y="150639"/>
                </a:lnTo>
                <a:cubicBezTo>
                  <a:pt x="1457005" y="150415"/>
                  <a:pt x="1453396" y="147934"/>
                  <a:pt x="1453172" y="138916"/>
                </a:cubicBezTo>
                <a:lnTo>
                  <a:pt x="1453172" y="75319"/>
                </a:lnTo>
                <a:cubicBezTo>
                  <a:pt x="1453172" y="74869"/>
                  <a:pt x="1454975" y="72615"/>
                  <a:pt x="1456555" y="71035"/>
                </a:cubicBezTo>
                <a:cubicBezTo>
                  <a:pt x="1462191" y="65850"/>
                  <a:pt x="1471887" y="62017"/>
                  <a:pt x="1479781" y="62017"/>
                </a:cubicBezTo>
                <a:cubicBezTo>
                  <a:pt x="1489701" y="62017"/>
                  <a:pt x="1494663" y="69910"/>
                  <a:pt x="1494663" y="85694"/>
                </a:cubicBezTo>
                <a:lnTo>
                  <a:pt x="1494663" y="134628"/>
                </a:lnTo>
                <a:cubicBezTo>
                  <a:pt x="1494213" y="147484"/>
                  <a:pt x="1491959" y="149965"/>
                  <a:pt x="1479330" y="150639"/>
                </a:cubicBezTo>
                <a:lnTo>
                  <a:pt x="1479330" y="154021"/>
                </a:lnTo>
                <a:lnTo>
                  <a:pt x="1529844" y="154021"/>
                </a:lnTo>
                <a:lnTo>
                  <a:pt x="1529844" y="150639"/>
                </a:lnTo>
                <a:cubicBezTo>
                  <a:pt x="1517215" y="150639"/>
                  <a:pt x="1514057" y="147033"/>
                  <a:pt x="1513606" y="132601"/>
                </a:cubicBezTo>
                <a:lnTo>
                  <a:pt x="1513606" y="75770"/>
                </a:lnTo>
                <a:cubicBezTo>
                  <a:pt x="1520371" y="66074"/>
                  <a:pt x="1527590" y="62017"/>
                  <a:pt x="1538188" y="62017"/>
                </a:cubicBezTo>
                <a:cubicBezTo>
                  <a:pt x="1551040" y="62017"/>
                  <a:pt x="1555101" y="68104"/>
                  <a:pt x="1555101" y="86823"/>
                </a:cubicBezTo>
                <a:lnTo>
                  <a:pt x="1555101" y="134404"/>
                </a:lnTo>
                <a:cubicBezTo>
                  <a:pt x="1554650" y="147707"/>
                  <a:pt x="1553297" y="149287"/>
                  <a:pt x="1540218" y="150639"/>
                </a:cubicBezTo>
                <a:lnTo>
                  <a:pt x="1540218" y="154021"/>
                </a:lnTo>
                <a:lnTo>
                  <a:pt x="1589603" y="154021"/>
                </a:lnTo>
                <a:lnTo>
                  <a:pt x="1589603" y="150639"/>
                </a:lnTo>
                <a:lnTo>
                  <a:pt x="1583740" y="150188"/>
                </a:lnTo>
                <a:cubicBezTo>
                  <a:pt x="1576524" y="149063"/>
                  <a:pt x="1574043" y="145681"/>
                  <a:pt x="1574043" y="136885"/>
                </a:cubicBezTo>
                <a:lnTo>
                  <a:pt x="1574043" y="90429"/>
                </a:lnTo>
                <a:cubicBezTo>
                  <a:pt x="1574043" y="63820"/>
                  <a:pt x="1565248" y="50290"/>
                  <a:pt x="1547885" y="50290"/>
                </a:cubicBezTo>
                <a:cubicBezTo>
                  <a:pt x="1534806" y="50290"/>
                  <a:pt x="1523303" y="56153"/>
                  <a:pt x="1511125" y="69232"/>
                </a:cubicBezTo>
                <a:cubicBezTo>
                  <a:pt x="1507068" y="56377"/>
                  <a:pt x="1499402" y="50290"/>
                  <a:pt x="1487224" y="50290"/>
                </a:cubicBezTo>
                <a:cubicBezTo>
                  <a:pt x="1477073" y="50290"/>
                  <a:pt x="1470986" y="53222"/>
                  <a:pt x="1452267" y="67653"/>
                </a:cubicBezTo>
                <a:lnTo>
                  <a:pt x="1452267" y="50741"/>
                </a:lnTo>
                <a:lnTo>
                  <a:pt x="1450691" y="50290"/>
                </a:lnTo>
                <a:cubicBezTo>
                  <a:pt x="1438737" y="54574"/>
                  <a:pt x="1431071" y="57055"/>
                  <a:pt x="1419120" y="60437"/>
                </a:cubicBezTo>
                <a:lnTo>
                  <a:pt x="1419120" y="64271"/>
                </a:lnTo>
                <a:cubicBezTo>
                  <a:pt x="1421825" y="63596"/>
                  <a:pt x="1423855" y="63369"/>
                  <a:pt x="1426336" y="63369"/>
                </a:cubicBezTo>
                <a:cubicBezTo>
                  <a:pt x="1432199" y="63369"/>
                  <a:pt x="1434229" y="66979"/>
                  <a:pt x="1434229" y="77800"/>
                </a:cubicBezTo>
                <a:lnTo>
                  <a:pt x="1434229" y="134855"/>
                </a:lnTo>
                <a:cubicBezTo>
                  <a:pt x="1433779" y="147484"/>
                  <a:pt x="1430847" y="150639"/>
                  <a:pt x="1418442" y="150639"/>
                </a:cubicBezTo>
                <a:lnTo>
                  <a:pt x="1418442" y="154021"/>
                </a:lnTo>
                <a:close/>
                <a:moveTo>
                  <a:pt x="1678002" y="117041"/>
                </a:moveTo>
                <a:cubicBezTo>
                  <a:pt x="1667180" y="134177"/>
                  <a:pt x="1657480" y="140719"/>
                  <a:pt x="1643049" y="140719"/>
                </a:cubicBezTo>
                <a:cubicBezTo>
                  <a:pt x="1630197" y="140719"/>
                  <a:pt x="1620500" y="134177"/>
                  <a:pt x="1613959" y="121325"/>
                </a:cubicBezTo>
                <a:cubicBezTo>
                  <a:pt x="1609898" y="112754"/>
                  <a:pt x="1608322" y="105538"/>
                  <a:pt x="1607872" y="91557"/>
                </a:cubicBezTo>
                <a:lnTo>
                  <a:pt x="1677328" y="91557"/>
                </a:lnTo>
                <a:cubicBezTo>
                  <a:pt x="1675521" y="76899"/>
                  <a:pt x="1673267" y="70361"/>
                  <a:pt x="1667631" y="63142"/>
                </a:cubicBezTo>
                <a:cubicBezTo>
                  <a:pt x="1660863" y="55025"/>
                  <a:pt x="1650491" y="50290"/>
                  <a:pt x="1638765" y="50290"/>
                </a:cubicBezTo>
                <a:cubicBezTo>
                  <a:pt x="1627489" y="50290"/>
                  <a:pt x="1616890" y="54350"/>
                  <a:pt x="1608322" y="62017"/>
                </a:cubicBezTo>
                <a:cubicBezTo>
                  <a:pt x="1597721" y="71263"/>
                  <a:pt x="1591634" y="87273"/>
                  <a:pt x="1591634" y="105765"/>
                </a:cubicBezTo>
                <a:cubicBezTo>
                  <a:pt x="1591634" y="136885"/>
                  <a:pt x="1607872" y="156279"/>
                  <a:pt x="1633803" y="156279"/>
                </a:cubicBezTo>
                <a:cubicBezTo>
                  <a:pt x="1655226" y="156279"/>
                  <a:pt x="1672139" y="142972"/>
                  <a:pt x="1681612" y="118617"/>
                </a:cubicBezTo>
                <a:lnTo>
                  <a:pt x="1678002" y="117041"/>
                </a:lnTo>
                <a:moveTo>
                  <a:pt x="1608322" y="84342"/>
                </a:moveTo>
                <a:cubicBezTo>
                  <a:pt x="1610800" y="66751"/>
                  <a:pt x="1618470" y="58407"/>
                  <a:pt x="1632223" y="58407"/>
                </a:cubicBezTo>
                <a:cubicBezTo>
                  <a:pt x="1645980" y="58407"/>
                  <a:pt x="1651393" y="64721"/>
                  <a:pt x="1654325" y="84342"/>
                </a:cubicBezTo>
                <a:lnTo>
                  <a:pt x="1608322" y="84342"/>
                </a:lnTo>
                <a:close/>
                <a:moveTo>
                  <a:pt x="1690855" y="154021"/>
                </a:moveTo>
                <a:lnTo>
                  <a:pt x="1738664" y="154021"/>
                </a:lnTo>
                <a:lnTo>
                  <a:pt x="1738664" y="150639"/>
                </a:lnTo>
                <a:cubicBezTo>
                  <a:pt x="1727388" y="149965"/>
                  <a:pt x="1723778" y="147033"/>
                  <a:pt x="1723778" y="138916"/>
                </a:cubicBezTo>
                <a:lnTo>
                  <a:pt x="1723778" y="75547"/>
                </a:lnTo>
                <a:cubicBezTo>
                  <a:pt x="1734603" y="65399"/>
                  <a:pt x="1739565" y="62691"/>
                  <a:pt x="1747008" y="62691"/>
                </a:cubicBezTo>
                <a:cubicBezTo>
                  <a:pt x="1758057" y="62691"/>
                  <a:pt x="1763470" y="69683"/>
                  <a:pt x="1763470" y="84565"/>
                </a:cubicBezTo>
                <a:lnTo>
                  <a:pt x="1763470" y="131696"/>
                </a:lnTo>
                <a:cubicBezTo>
                  <a:pt x="1763019" y="146355"/>
                  <a:pt x="1760311" y="149965"/>
                  <a:pt x="1749262" y="150639"/>
                </a:cubicBezTo>
                <a:lnTo>
                  <a:pt x="1749262" y="154021"/>
                </a:lnTo>
                <a:lnTo>
                  <a:pt x="1796169" y="154021"/>
                </a:lnTo>
                <a:lnTo>
                  <a:pt x="1796169" y="150639"/>
                </a:lnTo>
                <a:cubicBezTo>
                  <a:pt x="1785117" y="149514"/>
                  <a:pt x="1782636" y="146806"/>
                  <a:pt x="1782412" y="135757"/>
                </a:cubicBezTo>
                <a:lnTo>
                  <a:pt x="1782412" y="84115"/>
                </a:lnTo>
                <a:cubicBezTo>
                  <a:pt x="1782412" y="62918"/>
                  <a:pt x="1772488" y="50290"/>
                  <a:pt x="1755803" y="50290"/>
                </a:cubicBezTo>
                <a:cubicBezTo>
                  <a:pt x="1745429" y="50290"/>
                  <a:pt x="1738437" y="54123"/>
                  <a:pt x="1723104" y="68555"/>
                </a:cubicBezTo>
                <a:lnTo>
                  <a:pt x="1723104" y="50741"/>
                </a:lnTo>
                <a:lnTo>
                  <a:pt x="1721524" y="50290"/>
                </a:lnTo>
                <a:cubicBezTo>
                  <a:pt x="1709797" y="54574"/>
                  <a:pt x="1702131" y="57055"/>
                  <a:pt x="1690404" y="60437"/>
                </a:cubicBezTo>
                <a:lnTo>
                  <a:pt x="1690404" y="64271"/>
                </a:lnTo>
                <a:cubicBezTo>
                  <a:pt x="1691983" y="63596"/>
                  <a:pt x="1694014" y="63369"/>
                  <a:pt x="1696495" y="63369"/>
                </a:cubicBezTo>
                <a:cubicBezTo>
                  <a:pt x="1702809" y="63369"/>
                  <a:pt x="1704835" y="66751"/>
                  <a:pt x="1704835" y="77800"/>
                </a:cubicBezTo>
                <a:lnTo>
                  <a:pt x="1704835" y="133727"/>
                </a:lnTo>
                <a:cubicBezTo>
                  <a:pt x="1704612" y="147033"/>
                  <a:pt x="1702131" y="149965"/>
                  <a:pt x="1690855" y="150639"/>
                </a:cubicBezTo>
                <a:lnTo>
                  <a:pt x="1690855" y="154021"/>
                </a:lnTo>
                <a:close/>
                <a:moveTo>
                  <a:pt x="1857054" y="52544"/>
                </a:moveTo>
                <a:lnTo>
                  <a:pt x="1834278" y="52544"/>
                </a:lnTo>
                <a:lnTo>
                  <a:pt x="1834278" y="26385"/>
                </a:lnTo>
                <a:cubicBezTo>
                  <a:pt x="1834278" y="24132"/>
                  <a:pt x="1833827" y="23454"/>
                  <a:pt x="1832699" y="23454"/>
                </a:cubicBezTo>
                <a:cubicBezTo>
                  <a:pt x="1819620" y="42396"/>
                  <a:pt x="1812855" y="50063"/>
                  <a:pt x="1806317" y="53896"/>
                </a:cubicBezTo>
                <a:cubicBezTo>
                  <a:pt x="1803836" y="55475"/>
                  <a:pt x="1802480" y="56828"/>
                  <a:pt x="1802480" y="58183"/>
                </a:cubicBezTo>
                <a:cubicBezTo>
                  <a:pt x="1802480" y="58858"/>
                  <a:pt x="1802707" y="59309"/>
                  <a:pt x="1803385" y="59759"/>
                </a:cubicBezTo>
                <a:lnTo>
                  <a:pt x="1815336" y="59759"/>
                </a:lnTo>
                <a:lnTo>
                  <a:pt x="1815336" y="127639"/>
                </a:lnTo>
                <a:cubicBezTo>
                  <a:pt x="1815336" y="146582"/>
                  <a:pt x="1822101" y="156279"/>
                  <a:pt x="1835407" y="156279"/>
                </a:cubicBezTo>
                <a:cubicBezTo>
                  <a:pt x="1846456" y="156279"/>
                  <a:pt x="1855024" y="150866"/>
                  <a:pt x="1862467" y="139139"/>
                </a:cubicBezTo>
                <a:lnTo>
                  <a:pt x="1859535" y="136658"/>
                </a:lnTo>
                <a:cubicBezTo>
                  <a:pt x="1854573" y="142522"/>
                  <a:pt x="1850967" y="144552"/>
                  <a:pt x="1846005" y="144552"/>
                </a:cubicBezTo>
                <a:cubicBezTo>
                  <a:pt x="1837661" y="144552"/>
                  <a:pt x="1834278" y="138465"/>
                  <a:pt x="1834278" y="124257"/>
                </a:cubicBezTo>
                <a:lnTo>
                  <a:pt x="1834278" y="59759"/>
                </a:lnTo>
                <a:lnTo>
                  <a:pt x="1857054" y="59759"/>
                </a:lnTo>
                <a:lnTo>
                  <a:pt x="1857054" y="525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X">
            <a:extLst xmlns:a="http://schemas.openxmlformats.org/drawingml/2006/main">
              <a:ext uri="{FF2B5EF4-FFF2-40B4-BE49-F238E27FC236}">
                <a16:creationId xmlns:a16="http://schemas.microsoft.com/office/drawing/2014/main" id="{D3B29027-665A-4F75-B7DB-7404AC34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104" y="4018871"/>
            <a:ext cx="159897" cy="193492"/>
          </a:xfrm>
          <a:custGeom xmlns:a="http://schemas.openxmlformats.org/drawingml/2006/main">
            <a:pathLst>
              <a:path w="159897" h="193492">
                <a:moveTo>
                  <a:pt x="65206" y="0"/>
                </a:moveTo>
                <a:lnTo>
                  <a:pt x="65206" y="6946"/>
                </a:lnTo>
                <a:cubicBezTo>
                  <a:pt x="60670" y="7607"/>
                  <a:pt x="57410" y="8836"/>
                  <a:pt x="55425" y="10631"/>
                </a:cubicBezTo>
                <a:cubicBezTo>
                  <a:pt x="53441" y="12427"/>
                  <a:pt x="52448" y="14884"/>
                  <a:pt x="52448" y="18003"/>
                </a:cubicBezTo>
                <a:cubicBezTo>
                  <a:pt x="52448" y="20649"/>
                  <a:pt x="53346" y="23956"/>
                  <a:pt x="55142" y="27925"/>
                </a:cubicBezTo>
                <a:cubicBezTo>
                  <a:pt x="56937" y="31894"/>
                  <a:pt x="59489" y="36619"/>
                  <a:pt x="62796" y="42100"/>
                </a:cubicBezTo>
                <a:lnTo>
                  <a:pt x="83350" y="76546"/>
                </a:lnTo>
                <a:lnTo>
                  <a:pt x="103621" y="43801"/>
                </a:lnTo>
                <a:cubicBezTo>
                  <a:pt x="106645" y="38887"/>
                  <a:pt x="108913" y="34966"/>
                  <a:pt x="110425" y="32036"/>
                </a:cubicBezTo>
                <a:cubicBezTo>
                  <a:pt x="111937" y="29106"/>
                  <a:pt x="113000" y="26649"/>
                  <a:pt x="113614" y="24665"/>
                </a:cubicBezTo>
                <a:cubicBezTo>
                  <a:pt x="114229" y="22680"/>
                  <a:pt x="114536" y="20649"/>
                  <a:pt x="114536" y="18570"/>
                </a:cubicBezTo>
                <a:cubicBezTo>
                  <a:pt x="114536" y="15640"/>
                  <a:pt x="113685" y="13159"/>
                  <a:pt x="111984" y="11128"/>
                </a:cubicBezTo>
                <a:cubicBezTo>
                  <a:pt x="110283" y="9096"/>
                  <a:pt x="107448" y="7702"/>
                  <a:pt x="103479" y="6946"/>
                </a:cubicBezTo>
                <a:lnTo>
                  <a:pt x="103479" y="0"/>
                </a:lnTo>
                <a:lnTo>
                  <a:pt x="156069" y="0"/>
                </a:lnTo>
                <a:lnTo>
                  <a:pt x="156069" y="6946"/>
                </a:lnTo>
                <a:cubicBezTo>
                  <a:pt x="152573" y="8080"/>
                  <a:pt x="149431" y="9734"/>
                  <a:pt x="146643" y="11907"/>
                </a:cubicBezTo>
                <a:cubicBezTo>
                  <a:pt x="143855" y="14081"/>
                  <a:pt x="140878" y="17247"/>
                  <a:pt x="137712" y="21405"/>
                </a:cubicBezTo>
                <a:cubicBezTo>
                  <a:pt x="134547" y="25563"/>
                  <a:pt x="130034" y="32131"/>
                  <a:pt x="124175" y="41108"/>
                </a:cubicBezTo>
                <a:lnTo>
                  <a:pt x="92139" y="90721"/>
                </a:lnTo>
                <a:lnTo>
                  <a:pt x="128144" y="149974"/>
                </a:lnTo>
                <a:cubicBezTo>
                  <a:pt x="133247" y="158385"/>
                  <a:pt x="136909" y="164267"/>
                  <a:pt x="139130" y="167622"/>
                </a:cubicBezTo>
                <a:cubicBezTo>
                  <a:pt x="141351" y="170977"/>
                  <a:pt x="143430" y="173812"/>
                  <a:pt x="145367" y="176127"/>
                </a:cubicBezTo>
                <a:cubicBezTo>
                  <a:pt x="147304" y="178443"/>
                  <a:pt x="149383" y="180451"/>
                  <a:pt x="151604" y="182152"/>
                </a:cubicBezTo>
                <a:cubicBezTo>
                  <a:pt x="153825" y="183853"/>
                  <a:pt x="156589" y="185317"/>
                  <a:pt x="159897" y="186546"/>
                </a:cubicBezTo>
                <a:lnTo>
                  <a:pt x="159897" y="193492"/>
                </a:lnTo>
                <a:lnTo>
                  <a:pt x="97667" y="193492"/>
                </a:lnTo>
                <a:lnTo>
                  <a:pt x="97667" y="186546"/>
                </a:lnTo>
                <a:cubicBezTo>
                  <a:pt x="102014" y="185790"/>
                  <a:pt x="105227" y="184585"/>
                  <a:pt x="107306" y="182931"/>
                </a:cubicBezTo>
                <a:cubicBezTo>
                  <a:pt x="109386" y="181278"/>
                  <a:pt x="110425" y="178797"/>
                  <a:pt x="110425" y="175489"/>
                </a:cubicBezTo>
                <a:cubicBezTo>
                  <a:pt x="110425" y="172843"/>
                  <a:pt x="109740" y="169914"/>
                  <a:pt x="108370" y="166701"/>
                </a:cubicBezTo>
                <a:cubicBezTo>
                  <a:pt x="106999" y="163488"/>
                  <a:pt x="104897" y="159519"/>
                  <a:pt x="102062" y="154793"/>
                </a:cubicBezTo>
                <a:lnTo>
                  <a:pt x="76404" y="111984"/>
                </a:lnTo>
                <a:lnTo>
                  <a:pt x="49330" y="156353"/>
                </a:lnTo>
                <a:cubicBezTo>
                  <a:pt x="44794" y="163818"/>
                  <a:pt x="42526" y="169961"/>
                  <a:pt x="42526" y="174781"/>
                </a:cubicBezTo>
                <a:cubicBezTo>
                  <a:pt x="42526" y="177899"/>
                  <a:pt x="43376" y="180451"/>
                  <a:pt x="45077" y="182435"/>
                </a:cubicBezTo>
                <a:cubicBezTo>
                  <a:pt x="46778" y="184420"/>
                  <a:pt x="49613" y="185790"/>
                  <a:pt x="53582" y="186546"/>
                </a:cubicBezTo>
                <a:lnTo>
                  <a:pt x="53582" y="193492"/>
                </a:lnTo>
                <a:lnTo>
                  <a:pt x="0" y="193492"/>
                </a:lnTo>
                <a:lnTo>
                  <a:pt x="0" y="186546"/>
                </a:lnTo>
                <a:cubicBezTo>
                  <a:pt x="3497" y="185506"/>
                  <a:pt x="6379" y="184254"/>
                  <a:pt x="8647" y="182790"/>
                </a:cubicBezTo>
                <a:cubicBezTo>
                  <a:pt x="10915" y="181325"/>
                  <a:pt x="13088" y="179458"/>
                  <a:pt x="15167" y="177190"/>
                </a:cubicBezTo>
                <a:cubicBezTo>
                  <a:pt x="17247" y="174922"/>
                  <a:pt x="19562" y="172040"/>
                  <a:pt x="22113" y="168543"/>
                </a:cubicBezTo>
                <a:cubicBezTo>
                  <a:pt x="24665" y="165047"/>
                  <a:pt x="28728" y="158952"/>
                  <a:pt x="34304" y="150257"/>
                </a:cubicBezTo>
                <a:lnTo>
                  <a:pt x="67758" y="98093"/>
                </a:lnTo>
                <a:lnTo>
                  <a:pt x="27783" y="32320"/>
                </a:lnTo>
                <a:cubicBezTo>
                  <a:pt x="24003" y="26271"/>
                  <a:pt x="21145" y="21877"/>
                  <a:pt x="19207" y="19137"/>
                </a:cubicBezTo>
                <a:cubicBezTo>
                  <a:pt x="17270" y="16396"/>
                  <a:pt x="15475" y="14175"/>
                  <a:pt x="13821" y="12474"/>
                </a:cubicBezTo>
                <a:cubicBezTo>
                  <a:pt x="12167" y="10773"/>
                  <a:pt x="10679" y="9568"/>
                  <a:pt x="9356" y="8860"/>
                </a:cubicBezTo>
                <a:cubicBezTo>
                  <a:pt x="8033" y="8151"/>
                  <a:pt x="6521" y="7513"/>
                  <a:pt x="4820" y="6946"/>
                </a:cubicBezTo>
                <a:lnTo>
                  <a:pt x="4820" y="0"/>
                </a:lnTo>
                <a:lnTo>
                  <a:pt x="6520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𝑇">
            <a:extLst xmlns:a="http://schemas.openxmlformats.org/drawingml/2006/main">
              <a:ext uri="{FF2B5EF4-FFF2-40B4-BE49-F238E27FC236}">
                <a16:creationId xmlns:a16="http://schemas.microsoft.com/office/drawing/2014/main" id="{2886693F-4B95-403D-926A-7B1F58FF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308" y="4137373"/>
            <a:ext cx="121011" cy="134606"/>
          </a:xfrm>
          <a:custGeom xmlns:a="http://schemas.openxmlformats.org/drawingml/2006/main">
            <a:pathLst>
              <a:path w="121011" h="134606">
                <a:moveTo>
                  <a:pt x="13388" y="134606"/>
                </a:moveTo>
                <a:lnTo>
                  <a:pt x="14737" y="128276"/>
                </a:lnTo>
                <a:cubicBezTo>
                  <a:pt x="16467" y="127861"/>
                  <a:pt x="17954" y="127497"/>
                  <a:pt x="19200" y="127186"/>
                </a:cubicBezTo>
                <a:cubicBezTo>
                  <a:pt x="20445" y="126875"/>
                  <a:pt x="21518" y="126460"/>
                  <a:pt x="22417" y="125941"/>
                </a:cubicBezTo>
                <a:cubicBezTo>
                  <a:pt x="23317" y="125422"/>
                  <a:pt x="24095" y="124712"/>
                  <a:pt x="24752" y="123813"/>
                </a:cubicBezTo>
                <a:cubicBezTo>
                  <a:pt x="25410" y="122914"/>
                  <a:pt x="26050" y="121685"/>
                  <a:pt x="26672" y="120129"/>
                </a:cubicBezTo>
                <a:cubicBezTo>
                  <a:pt x="27295" y="118572"/>
                  <a:pt x="27918" y="116548"/>
                  <a:pt x="28540" y="114057"/>
                </a:cubicBezTo>
                <a:cubicBezTo>
                  <a:pt x="29163" y="111567"/>
                  <a:pt x="29889" y="108488"/>
                  <a:pt x="30720" y="104821"/>
                </a:cubicBezTo>
                <a:lnTo>
                  <a:pt x="51684" y="11001"/>
                </a:lnTo>
                <a:lnTo>
                  <a:pt x="37362" y="11001"/>
                </a:lnTo>
                <a:cubicBezTo>
                  <a:pt x="35079" y="11001"/>
                  <a:pt x="33141" y="11070"/>
                  <a:pt x="31550" y="11209"/>
                </a:cubicBezTo>
                <a:cubicBezTo>
                  <a:pt x="29959" y="11347"/>
                  <a:pt x="28506" y="11710"/>
                  <a:pt x="27191" y="12298"/>
                </a:cubicBezTo>
                <a:cubicBezTo>
                  <a:pt x="25877" y="12886"/>
                  <a:pt x="24648" y="13699"/>
                  <a:pt x="23507" y="14737"/>
                </a:cubicBezTo>
                <a:cubicBezTo>
                  <a:pt x="22365" y="15775"/>
                  <a:pt x="21189" y="17193"/>
                  <a:pt x="19978" y="18992"/>
                </a:cubicBezTo>
                <a:cubicBezTo>
                  <a:pt x="18767" y="20791"/>
                  <a:pt x="17453" y="23005"/>
                  <a:pt x="16034" y="25634"/>
                </a:cubicBezTo>
                <a:cubicBezTo>
                  <a:pt x="14616" y="28264"/>
                  <a:pt x="12973" y="31412"/>
                  <a:pt x="11105" y="35079"/>
                </a:cubicBezTo>
                <a:lnTo>
                  <a:pt x="0" y="35079"/>
                </a:lnTo>
                <a:lnTo>
                  <a:pt x="7784" y="0"/>
                </a:lnTo>
                <a:lnTo>
                  <a:pt x="121011" y="0"/>
                </a:lnTo>
                <a:lnTo>
                  <a:pt x="112604" y="36635"/>
                </a:lnTo>
                <a:lnTo>
                  <a:pt x="101707" y="36635"/>
                </a:lnTo>
                <a:lnTo>
                  <a:pt x="101707" y="30720"/>
                </a:lnTo>
                <a:cubicBezTo>
                  <a:pt x="101707" y="29613"/>
                  <a:pt x="101655" y="28350"/>
                  <a:pt x="101552" y="26932"/>
                </a:cubicBezTo>
                <a:cubicBezTo>
                  <a:pt x="101448" y="25513"/>
                  <a:pt x="101292" y="24095"/>
                  <a:pt x="101085" y="22677"/>
                </a:cubicBezTo>
                <a:cubicBezTo>
                  <a:pt x="100877" y="21258"/>
                  <a:pt x="100635" y="19944"/>
                  <a:pt x="100358" y="18733"/>
                </a:cubicBezTo>
                <a:cubicBezTo>
                  <a:pt x="100081" y="17522"/>
                  <a:pt x="99770" y="16536"/>
                  <a:pt x="99424" y="15775"/>
                </a:cubicBezTo>
                <a:cubicBezTo>
                  <a:pt x="98940" y="14806"/>
                  <a:pt x="98438" y="14011"/>
                  <a:pt x="97919" y="13388"/>
                </a:cubicBezTo>
                <a:cubicBezTo>
                  <a:pt x="97400" y="12765"/>
                  <a:pt x="96743" y="12281"/>
                  <a:pt x="95947" y="11935"/>
                </a:cubicBezTo>
                <a:cubicBezTo>
                  <a:pt x="95152" y="11589"/>
                  <a:pt x="94200" y="11347"/>
                  <a:pt x="93093" y="11209"/>
                </a:cubicBezTo>
                <a:cubicBezTo>
                  <a:pt x="91986" y="11070"/>
                  <a:pt x="90568" y="11001"/>
                  <a:pt x="88838" y="11001"/>
                </a:cubicBezTo>
                <a:lnTo>
                  <a:pt x="72129" y="11001"/>
                </a:lnTo>
                <a:lnTo>
                  <a:pt x="50750" y="105651"/>
                </a:lnTo>
                <a:cubicBezTo>
                  <a:pt x="49989" y="108834"/>
                  <a:pt x="49453" y="111549"/>
                  <a:pt x="49141" y="113798"/>
                </a:cubicBezTo>
                <a:cubicBezTo>
                  <a:pt x="48830" y="116047"/>
                  <a:pt x="48674" y="118070"/>
                  <a:pt x="48674" y="119869"/>
                </a:cubicBezTo>
                <a:cubicBezTo>
                  <a:pt x="48743" y="121253"/>
                  <a:pt x="48951" y="122447"/>
                  <a:pt x="49297" y="123450"/>
                </a:cubicBezTo>
                <a:cubicBezTo>
                  <a:pt x="49643" y="124453"/>
                  <a:pt x="50266" y="125301"/>
                  <a:pt x="51165" y="125992"/>
                </a:cubicBezTo>
                <a:cubicBezTo>
                  <a:pt x="52064" y="126684"/>
                  <a:pt x="53275" y="127203"/>
                  <a:pt x="54797" y="127549"/>
                </a:cubicBezTo>
                <a:cubicBezTo>
                  <a:pt x="56320" y="127895"/>
                  <a:pt x="58291" y="128137"/>
                  <a:pt x="60713" y="128276"/>
                </a:cubicBezTo>
                <a:lnTo>
                  <a:pt x="59260" y="134606"/>
                </a:lnTo>
                <a:lnTo>
                  <a:pt x="13388" y="1346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Condition">
            <a:extLst xmlns:a="http://schemas.openxmlformats.org/drawingml/2006/main">
              <a:ext uri="{FF2B5EF4-FFF2-40B4-BE49-F238E27FC236}">
                <a16:creationId xmlns:a16="http://schemas.microsoft.com/office/drawing/2014/main" id="{FAFFE892-5960-4EA1-9623-FBADF0C3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540" y="3994444"/>
            <a:ext cx="891330" cy="157361"/>
          </a:xfrm>
          <a:custGeom xmlns:a="http://schemas.openxmlformats.org/drawingml/2006/main">
            <a:pathLst>
              <a:path w="891330" h="157361">
                <a:moveTo>
                  <a:pt x="133653" y="52380"/>
                </a:moveTo>
                <a:lnTo>
                  <a:pt x="131620" y="1581"/>
                </a:lnTo>
                <a:lnTo>
                  <a:pt x="126880" y="1581"/>
                </a:lnTo>
                <a:cubicBezTo>
                  <a:pt x="125526" y="6321"/>
                  <a:pt x="121913" y="9033"/>
                  <a:pt x="117396" y="9033"/>
                </a:cubicBezTo>
                <a:cubicBezTo>
                  <a:pt x="115364" y="9033"/>
                  <a:pt x="111977" y="8354"/>
                  <a:pt x="108591" y="7224"/>
                </a:cubicBezTo>
                <a:cubicBezTo>
                  <a:pt x="97529" y="3386"/>
                  <a:pt x="86240" y="1581"/>
                  <a:pt x="75630" y="1581"/>
                </a:cubicBezTo>
                <a:cubicBezTo>
                  <a:pt x="57117" y="1581"/>
                  <a:pt x="38380" y="8581"/>
                  <a:pt x="24380" y="20997"/>
                </a:cubicBezTo>
                <a:cubicBezTo>
                  <a:pt x="8578" y="34994"/>
                  <a:pt x="0" y="55767"/>
                  <a:pt x="0" y="80601"/>
                </a:cubicBezTo>
                <a:cubicBezTo>
                  <a:pt x="0" y="126656"/>
                  <a:pt x="30026" y="157361"/>
                  <a:pt x="74955" y="157361"/>
                </a:cubicBezTo>
                <a:cubicBezTo>
                  <a:pt x="100464" y="157361"/>
                  <a:pt x="123043" y="146974"/>
                  <a:pt x="136588" y="128689"/>
                </a:cubicBezTo>
                <a:lnTo>
                  <a:pt x="132523" y="124624"/>
                </a:lnTo>
                <a:cubicBezTo>
                  <a:pt x="116042" y="140653"/>
                  <a:pt x="100916" y="147426"/>
                  <a:pt x="82179" y="147426"/>
                </a:cubicBezTo>
                <a:cubicBezTo>
                  <a:pt x="67955" y="147426"/>
                  <a:pt x="55312" y="142913"/>
                  <a:pt x="45604" y="134332"/>
                </a:cubicBezTo>
                <a:cubicBezTo>
                  <a:pt x="33185" y="123270"/>
                  <a:pt x="26188" y="102952"/>
                  <a:pt x="26188" y="77666"/>
                </a:cubicBezTo>
                <a:cubicBezTo>
                  <a:pt x="26188" y="36802"/>
                  <a:pt x="47185" y="10614"/>
                  <a:pt x="79919" y="10614"/>
                </a:cubicBezTo>
                <a:cubicBezTo>
                  <a:pt x="92789" y="10614"/>
                  <a:pt x="104529" y="15354"/>
                  <a:pt x="113559" y="24159"/>
                </a:cubicBezTo>
                <a:cubicBezTo>
                  <a:pt x="120783" y="31383"/>
                  <a:pt x="124169" y="37705"/>
                  <a:pt x="128461" y="52380"/>
                </a:cubicBezTo>
                <a:lnTo>
                  <a:pt x="133653" y="52380"/>
                </a:lnTo>
                <a:close/>
                <a:moveTo>
                  <a:pt x="200707" y="50348"/>
                </a:moveTo>
                <a:cubicBezTo>
                  <a:pt x="171129" y="50348"/>
                  <a:pt x="150810" y="72020"/>
                  <a:pt x="150810" y="103176"/>
                </a:cubicBezTo>
                <a:cubicBezTo>
                  <a:pt x="150810" y="133880"/>
                  <a:pt x="171807" y="156458"/>
                  <a:pt x="200252" y="156458"/>
                </a:cubicBezTo>
                <a:cubicBezTo>
                  <a:pt x="228700" y="156458"/>
                  <a:pt x="250372" y="132754"/>
                  <a:pt x="250372" y="101370"/>
                </a:cubicBezTo>
                <a:cubicBezTo>
                  <a:pt x="250372" y="71568"/>
                  <a:pt x="229603" y="50348"/>
                  <a:pt x="200707" y="50348"/>
                </a:cubicBezTo>
                <a:moveTo>
                  <a:pt x="197772" y="56669"/>
                </a:moveTo>
                <a:cubicBezTo>
                  <a:pt x="216736" y="56669"/>
                  <a:pt x="230054" y="78341"/>
                  <a:pt x="230054" y="109273"/>
                </a:cubicBezTo>
                <a:cubicBezTo>
                  <a:pt x="230054" y="135010"/>
                  <a:pt x="219895" y="150137"/>
                  <a:pt x="202963" y="150137"/>
                </a:cubicBezTo>
                <a:cubicBezTo>
                  <a:pt x="194158" y="150137"/>
                  <a:pt x="185804" y="144718"/>
                  <a:pt x="181064" y="135689"/>
                </a:cubicBezTo>
                <a:cubicBezTo>
                  <a:pt x="174742" y="123949"/>
                  <a:pt x="171129" y="108143"/>
                  <a:pt x="171129" y="92114"/>
                </a:cubicBezTo>
                <a:cubicBezTo>
                  <a:pt x="171129" y="70666"/>
                  <a:pt x="181515" y="56669"/>
                  <a:pt x="197772" y="56669"/>
                </a:cubicBezTo>
                <a:close/>
                <a:moveTo>
                  <a:pt x="261210" y="154198"/>
                </a:moveTo>
                <a:lnTo>
                  <a:pt x="309074" y="154198"/>
                </a:lnTo>
                <a:lnTo>
                  <a:pt x="309074" y="150812"/>
                </a:lnTo>
                <a:cubicBezTo>
                  <a:pt x="297785" y="150137"/>
                  <a:pt x="294172" y="147202"/>
                  <a:pt x="294172" y="139075"/>
                </a:cubicBezTo>
                <a:lnTo>
                  <a:pt x="294172" y="75633"/>
                </a:lnTo>
                <a:cubicBezTo>
                  <a:pt x="305009" y="65474"/>
                  <a:pt x="309977" y="62763"/>
                  <a:pt x="317428" y="62763"/>
                </a:cubicBezTo>
                <a:cubicBezTo>
                  <a:pt x="328490" y="62763"/>
                  <a:pt x="333909" y="69763"/>
                  <a:pt x="333909" y="84663"/>
                </a:cubicBezTo>
                <a:lnTo>
                  <a:pt x="333909" y="131848"/>
                </a:lnTo>
                <a:cubicBezTo>
                  <a:pt x="333458" y="146523"/>
                  <a:pt x="330746" y="150137"/>
                  <a:pt x="319685" y="150812"/>
                </a:cubicBezTo>
                <a:lnTo>
                  <a:pt x="319685" y="154198"/>
                </a:lnTo>
                <a:lnTo>
                  <a:pt x="366646" y="154198"/>
                </a:lnTo>
                <a:lnTo>
                  <a:pt x="366646" y="150812"/>
                </a:lnTo>
                <a:cubicBezTo>
                  <a:pt x="355581" y="149686"/>
                  <a:pt x="353097" y="146974"/>
                  <a:pt x="352873" y="135913"/>
                </a:cubicBezTo>
                <a:lnTo>
                  <a:pt x="352873" y="84211"/>
                </a:lnTo>
                <a:cubicBezTo>
                  <a:pt x="352873" y="62991"/>
                  <a:pt x="342938" y="50348"/>
                  <a:pt x="326234" y="50348"/>
                </a:cubicBezTo>
                <a:cubicBezTo>
                  <a:pt x="315847" y="50348"/>
                  <a:pt x="308847" y="54185"/>
                  <a:pt x="293496" y="68633"/>
                </a:cubicBezTo>
                <a:lnTo>
                  <a:pt x="293496" y="50799"/>
                </a:lnTo>
                <a:lnTo>
                  <a:pt x="291915" y="50348"/>
                </a:lnTo>
                <a:cubicBezTo>
                  <a:pt x="280175" y="54637"/>
                  <a:pt x="272500" y="57120"/>
                  <a:pt x="260759" y="60507"/>
                </a:cubicBezTo>
                <a:lnTo>
                  <a:pt x="260759" y="64344"/>
                </a:lnTo>
                <a:cubicBezTo>
                  <a:pt x="262340" y="63669"/>
                  <a:pt x="264373" y="63442"/>
                  <a:pt x="266857" y="63442"/>
                </a:cubicBezTo>
                <a:cubicBezTo>
                  <a:pt x="273178" y="63442"/>
                  <a:pt x="275207" y="66828"/>
                  <a:pt x="275207" y="77890"/>
                </a:cubicBezTo>
                <a:lnTo>
                  <a:pt x="275207" y="133880"/>
                </a:lnTo>
                <a:cubicBezTo>
                  <a:pt x="274983" y="147202"/>
                  <a:pt x="272500" y="150137"/>
                  <a:pt x="261210" y="150812"/>
                </a:cubicBezTo>
                <a:lnTo>
                  <a:pt x="261210" y="154198"/>
                </a:lnTo>
                <a:close/>
                <a:moveTo>
                  <a:pt x="480884" y="141104"/>
                </a:moveTo>
                <a:cubicBezTo>
                  <a:pt x="477949" y="141332"/>
                  <a:pt x="476595" y="141332"/>
                  <a:pt x="475689" y="141332"/>
                </a:cubicBezTo>
                <a:cubicBezTo>
                  <a:pt x="467789" y="141332"/>
                  <a:pt x="465757" y="138848"/>
                  <a:pt x="465757" y="128461"/>
                </a:cubicBezTo>
                <a:lnTo>
                  <a:pt x="465757" y="451"/>
                </a:lnTo>
                <a:lnTo>
                  <a:pt x="464627" y="0"/>
                </a:lnTo>
                <a:cubicBezTo>
                  <a:pt x="454017" y="3614"/>
                  <a:pt x="446341" y="6098"/>
                  <a:pt x="431439" y="9935"/>
                </a:cubicBezTo>
                <a:lnTo>
                  <a:pt x="431439" y="13545"/>
                </a:lnTo>
                <a:cubicBezTo>
                  <a:pt x="433247" y="13322"/>
                  <a:pt x="434374" y="13322"/>
                  <a:pt x="436406" y="13322"/>
                </a:cubicBezTo>
                <a:cubicBezTo>
                  <a:pt x="444760" y="13322"/>
                  <a:pt x="446793" y="15578"/>
                  <a:pt x="446793" y="24834"/>
                </a:cubicBezTo>
                <a:lnTo>
                  <a:pt x="446793" y="60055"/>
                </a:lnTo>
                <a:cubicBezTo>
                  <a:pt x="438211" y="52831"/>
                  <a:pt x="432117" y="50348"/>
                  <a:pt x="423085" y="50348"/>
                </a:cubicBezTo>
                <a:cubicBezTo>
                  <a:pt x="397124" y="50348"/>
                  <a:pt x="376127" y="75857"/>
                  <a:pt x="376127" y="107919"/>
                </a:cubicBezTo>
                <a:cubicBezTo>
                  <a:pt x="376127" y="136815"/>
                  <a:pt x="392835" y="156458"/>
                  <a:pt x="417893" y="156458"/>
                </a:cubicBezTo>
                <a:cubicBezTo>
                  <a:pt x="430536" y="156458"/>
                  <a:pt x="439117" y="151942"/>
                  <a:pt x="446793" y="141332"/>
                </a:cubicBezTo>
                <a:lnTo>
                  <a:pt x="446793" y="155780"/>
                </a:lnTo>
                <a:lnTo>
                  <a:pt x="447695" y="156458"/>
                </a:lnTo>
                <a:lnTo>
                  <a:pt x="480884" y="144718"/>
                </a:lnTo>
                <a:lnTo>
                  <a:pt x="480884" y="141104"/>
                </a:lnTo>
                <a:moveTo>
                  <a:pt x="446793" y="131173"/>
                </a:moveTo>
                <a:cubicBezTo>
                  <a:pt x="446793" y="132754"/>
                  <a:pt x="445211" y="135461"/>
                  <a:pt x="442955" y="137945"/>
                </a:cubicBezTo>
                <a:cubicBezTo>
                  <a:pt x="439117" y="142462"/>
                  <a:pt x="433247" y="144718"/>
                  <a:pt x="426698" y="144718"/>
                </a:cubicBezTo>
                <a:cubicBezTo>
                  <a:pt x="407734" y="144718"/>
                  <a:pt x="395542" y="126656"/>
                  <a:pt x="395542" y="98663"/>
                </a:cubicBezTo>
                <a:cubicBezTo>
                  <a:pt x="395542" y="73377"/>
                  <a:pt x="406604" y="56669"/>
                  <a:pt x="423763" y="56669"/>
                </a:cubicBezTo>
                <a:cubicBezTo>
                  <a:pt x="435955" y="56669"/>
                  <a:pt x="446793" y="67279"/>
                  <a:pt x="446793" y="79247"/>
                </a:cubicBezTo>
                <a:lnTo>
                  <a:pt x="446793" y="131173"/>
                </a:lnTo>
                <a:close/>
                <a:moveTo>
                  <a:pt x="486527" y="154198"/>
                </a:moveTo>
                <a:lnTo>
                  <a:pt x="540033" y="154198"/>
                </a:lnTo>
                <a:lnTo>
                  <a:pt x="540033" y="150812"/>
                </a:lnTo>
                <a:cubicBezTo>
                  <a:pt x="525134" y="149686"/>
                  <a:pt x="523553" y="147653"/>
                  <a:pt x="523326" y="131173"/>
                </a:cubicBezTo>
                <a:lnTo>
                  <a:pt x="523326" y="51023"/>
                </a:lnTo>
                <a:lnTo>
                  <a:pt x="522423" y="50348"/>
                </a:lnTo>
                <a:lnTo>
                  <a:pt x="487429" y="62763"/>
                </a:lnTo>
                <a:lnTo>
                  <a:pt x="487429" y="66150"/>
                </a:lnTo>
                <a:lnTo>
                  <a:pt x="489238" y="65926"/>
                </a:lnTo>
                <a:cubicBezTo>
                  <a:pt x="491946" y="65474"/>
                  <a:pt x="494653" y="65247"/>
                  <a:pt x="496913" y="65247"/>
                </a:cubicBezTo>
                <a:cubicBezTo>
                  <a:pt x="502332" y="65247"/>
                  <a:pt x="504361" y="68861"/>
                  <a:pt x="504361" y="78792"/>
                </a:cubicBezTo>
                <a:lnTo>
                  <a:pt x="504361" y="131173"/>
                </a:lnTo>
                <a:cubicBezTo>
                  <a:pt x="503910" y="147877"/>
                  <a:pt x="501881" y="150137"/>
                  <a:pt x="486527" y="150812"/>
                </a:cubicBezTo>
                <a:lnTo>
                  <a:pt x="486527" y="154198"/>
                </a:lnTo>
                <a:moveTo>
                  <a:pt x="511813" y="0"/>
                </a:moveTo>
                <a:cubicBezTo>
                  <a:pt x="505719" y="0"/>
                  <a:pt x="500524" y="5195"/>
                  <a:pt x="500524" y="11516"/>
                </a:cubicBezTo>
                <a:cubicBezTo>
                  <a:pt x="500524" y="18062"/>
                  <a:pt x="505491" y="23029"/>
                  <a:pt x="511813" y="23029"/>
                </a:cubicBezTo>
                <a:cubicBezTo>
                  <a:pt x="518585" y="23029"/>
                  <a:pt x="523553" y="18062"/>
                  <a:pt x="523553" y="11516"/>
                </a:cubicBezTo>
                <a:cubicBezTo>
                  <a:pt x="523553" y="4968"/>
                  <a:pt x="518361" y="0"/>
                  <a:pt x="511813" y="0"/>
                </a:cubicBezTo>
                <a:close/>
                <a:moveTo>
                  <a:pt x="602120" y="52604"/>
                </a:moveTo>
                <a:lnTo>
                  <a:pt x="579318" y="52604"/>
                </a:lnTo>
                <a:lnTo>
                  <a:pt x="579318" y="26416"/>
                </a:lnTo>
                <a:cubicBezTo>
                  <a:pt x="579318" y="24159"/>
                  <a:pt x="578866" y="23481"/>
                  <a:pt x="577736" y="23481"/>
                </a:cubicBezTo>
                <a:cubicBezTo>
                  <a:pt x="564642" y="42445"/>
                  <a:pt x="557870" y="50120"/>
                  <a:pt x="551324" y="53958"/>
                </a:cubicBezTo>
                <a:cubicBezTo>
                  <a:pt x="548840" y="55539"/>
                  <a:pt x="547483" y="56893"/>
                  <a:pt x="547483" y="58250"/>
                </a:cubicBezTo>
                <a:cubicBezTo>
                  <a:pt x="547483" y="58926"/>
                  <a:pt x="547710" y="59377"/>
                  <a:pt x="548389" y="59828"/>
                </a:cubicBezTo>
                <a:lnTo>
                  <a:pt x="560353" y="59828"/>
                </a:lnTo>
                <a:lnTo>
                  <a:pt x="560353" y="127786"/>
                </a:lnTo>
                <a:cubicBezTo>
                  <a:pt x="560353" y="146751"/>
                  <a:pt x="567126" y="156458"/>
                  <a:pt x="580448" y="156458"/>
                </a:cubicBezTo>
                <a:cubicBezTo>
                  <a:pt x="591509" y="156458"/>
                  <a:pt x="600087" y="151039"/>
                  <a:pt x="607538" y="139299"/>
                </a:cubicBezTo>
                <a:lnTo>
                  <a:pt x="604603" y="136815"/>
                </a:lnTo>
                <a:cubicBezTo>
                  <a:pt x="599636" y="142686"/>
                  <a:pt x="596026" y="144718"/>
                  <a:pt x="591058" y="144718"/>
                </a:cubicBezTo>
                <a:cubicBezTo>
                  <a:pt x="582704" y="144718"/>
                  <a:pt x="579318" y="138624"/>
                  <a:pt x="579318" y="124400"/>
                </a:cubicBezTo>
                <a:lnTo>
                  <a:pt x="579318" y="59828"/>
                </a:lnTo>
                <a:lnTo>
                  <a:pt x="602120" y="59828"/>
                </a:lnTo>
                <a:lnTo>
                  <a:pt x="602120" y="52604"/>
                </a:lnTo>
                <a:close/>
                <a:moveTo>
                  <a:pt x="610925" y="154198"/>
                </a:moveTo>
                <a:lnTo>
                  <a:pt x="664432" y="154198"/>
                </a:lnTo>
                <a:lnTo>
                  <a:pt x="664432" y="150812"/>
                </a:lnTo>
                <a:cubicBezTo>
                  <a:pt x="649532" y="149686"/>
                  <a:pt x="647951" y="147653"/>
                  <a:pt x="647724" y="131173"/>
                </a:cubicBezTo>
                <a:lnTo>
                  <a:pt x="647724" y="51023"/>
                </a:lnTo>
                <a:lnTo>
                  <a:pt x="646821" y="50348"/>
                </a:lnTo>
                <a:lnTo>
                  <a:pt x="611828" y="62763"/>
                </a:lnTo>
                <a:lnTo>
                  <a:pt x="611828" y="66150"/>
                </a:lnTo>
                <a:lnTo>
                  <a:pt x="613636" y="65926"/>
                </a:lnTo>
                <a:cubicBezTo>
                  <a:pt x="616344" y="65474"/>
                  <a:pt x="619052" y="65247"/>
                  <a:pt x="621311" y="65247"/>
                </a:cubicBezTo>
                <a:cubicBezTo>
                  <a:pt x="626730" y="65247"/>
                  <a:pt x="628759" y="68861"/>
                  <a:pt x="628759" y="78792"/>
                </a:cubicBezTo>
                <a:lnTo>
                  <a:pt x="628759" y="131173"/>
                </a:lnTo>
                <a:cubicBezTo>
                  <a:pt x="628308" y="147877"/>
                  <a:pt x="626279" y="150137"/>
                  <a:pt x="610925" y="150812"/>
                </a:cubicBezTo>
                <a:lnTo>
                  <a:pt x="610925" y="154198"/>
                </a:lnTo>
                <a:moveTo>
                  <a:pt x="636211" y="0"/>
                </a:moveTo>
                <a:cubicBezTo>
                  <a:pt x="630117" y="0"/>
                  <a:pt x="624922" y="5195"/>
                  <a:pt x="624922" y="11516"/>
                </a:cubicBezTo>
                <a:cubicBezTo>
                  <a:pt x="624922" y="18062"/>
                  <a:pt x="629889" y="23029"/>
                  <a:pt x="636211" y="23029"/>
                </a:cubicBezTo>
                <a:cubicBezTo>
                  <a:pt x="642983" y="23029"/>
                  <a:pt x="647951" y="18062"/>
                  <a:pt x="647951" y="11516"/>
                </a:cubicBezTo>
                <a:cubicBezTo>
                  <a:pt x="647951" y="4968"/>
                  <a:pt x="642760" y="0"/>
                  <a:pt x="636211" y="0"/>
                </a:cubicBezTo>
                <a:close/>
                <a:moveTo>
                  <a:pt x="725391" y="50348"/>
                </a:moveTo>
                <a:cubicBezTo>
                  <a:pt x="695813" y="50348"/>
                  <a:pt x="675495" y="72020"/>
                  <a:pt x="675495" y="103176"/>
                </a:cubicBezTo>
                <a:cubicBezTo>
                  <a:pt x="675495" y="133880"/>
                  <a:pt x="696492" y="156458"/>
                  <a:pt x="724937" y="156458"/>
                </a:cubicBezTo>
                <a:cubicBezTo>
                  <a:pt x="753385" y="156458"/>
                  <a:pt x="775057" y="132754"/>
                  <a:pt x="775057" y="101370"/>
                </a:cubicBezTo>
                <a:cubicBezTo>
                  <a:pt x="775057" y="71568"/>
                  <a:pt x="754287" y="50348"/>
                  <a:pt x="725391" y="50348"/>
                </a:cubicBezTo>
                <a:moveTo>
                  <a:pt x="722456" y="56669"/>
                </a:moveTo>
                <a:cubicBezTo>
                  <a:pt x="741420" y="56669"/>
                  <a:pt x="754739" y="78341"/>
                  <a:pt x="754739" y="109273"/>
                </a:cubicBezTo>
                <a:cubicBezTo>
                  <a:pt x="754739" y="135010"/>
                  <a:pt x="744579" y="150137"/>
                  <a:pt x="727648" y="150137"/>
                </a:cubicBezTo>
                <a:cubicBezTo>
                  <a:pt x="718842" y="150137"/>
                  <a:pt x="710488" y="144718"/>
                  <a:pt x="705748" y="135689"/>
                </a:cubicBezTo>
                <a:cubicBezTo>
                  <a:pt x="699427" y="123949"/>
                  <a:pt x="695813" y="108143"/>
                  <a:pt x="695813" y="92114"/>
                </a:cubicBezTo>
                <a:cubicBezTo>
                  <a:pt x="695813" y="70666"/>
                  <a:pt x="706200" y="56669"/>
                  <a:pt x="722456" y="56669"/>
                </a:cubicBezTo>
                <a:close/>
                <a:moveTo>
                  <a:pt x="785895" y="154198"/>
                </a:moveTo>
                <a:lnTo>
                  <a:pt x="833759" y="154198"/>
                </a:lnTo>
                <a:lnTo>
                  <a:pt x="833759" y="150812"/>
                </a:lnTo>
                <a:cubicBezTo>
                  <a:pt x="822470" y="150137"/>
                  <a:pt x="818856" y="147202"/>
                  <a:pt x="818856" y="139075"/>
                </a:cubicBezTo>
                <a:lnTo>
                  <a:pt x="818856" y="75633"/>
                </a:lnTo>
                <a:cubicBezTo>
                  <a:pt x="829694" y="65474"/>
                  <a:pt x="834661" y="62763"/>
                  <a:pt x="842113" y="62763"/>
                </a:cubicBezTo>
                <a:cubicBezTo>
                  <a:pt x="853174" y="62763"/>
                  <a:pt x="858593" y="69763"/>
                  <a:pt x="858593" y="84663"/>
                </a:cubicBezTo>
                <a:lnTo>
                  <a:pt x="858593" y="131848"/>
                </a:lnTo>
                <a:cubicBezTo>
                  <a:pt x="858142" y="146523"/>
                  <a:pt x="855431" y="150137"/>
                  <a:pt x="844369" y="150812"/>
                </a:cubicBezTo>
                <a:lnTo>
                  <a:pt x="844369" y="154198"/>
                </a:lnTo>
                <a:lnTo>
                  <a:pt x="891330" y="154198"/>
                </a:lnTo>
                <a:lnTo>
                  <a:pt x="891330" y="150812"/>
                </a:lnTo>
                <a:cubicBezTo>
                  <a:pt x="880265" y="149686"/>
                  <a:pt x="877782" y="146974"/>
                  <a:pt x="877558" y="135913"/>
                </a:cubicBezTo>
                <a:lnTo>
                  <a:pt x="877558" y="84211"/>
                </a:lnTo>
                <a:cubicBezTo>
                  <a:pt x="877558" y="62991"/>
                  <a:pt x="867622" y="50348"/>
                  <a:pt x="850918" y="50348"/>
                </a:cubicBezTo>
                <a:cubicBezTo>
                  <a:pt x="840531" y="50348"/>
                  <a:pt x="833531" y="54185"/>
                  <a:pt x="818181" y="68633"/>
                </a:cubicBezTo>
                <a:lnTo>
                  <a:pt x="818181" y="50799"/>
                </a:lnTo>
                <a:lnTo>
                  <a:pt x="816600" y="50348"/>
                </a:lnTo>
                <a:cubicBezTo>
                  <a:pt x="804859" y="54637"/>
                  <a:pt x="797184" y="57120"/>
                  <a:pt x="785444" y="60507"/>
                </a:cubicBezTo>
                <a:lnTo>
                  <a:pt x="785444" y="64344"/>
                </a:lnTo>
                <a:cubicBezTo>
                  <a:pt x="787025" y="63669"/>
                  <a:pt x="789057" y="63442"/>
                  <a:pt x="791541" y="63442"/>
                </a:cubicBezTo>
                <a:cubicBezTo>
                  <a:pt x="797863" y="63442"/>
                  <a:pt x="799892" y="66828"/>
                  <a:pt x="799892" y="77890"/>
                </a:cubicBezTo>
                <a:lnTo>
                  <a:pt x="799892" y="133880"/>
                </a:lnTo>
                <a:cubicBezTo>
                  <a:pt x="799668" y="147202"/>
                  <a:pt x="797184" y="150137"/>
                  <a:pt x="785895" y="150812"/>
                </a:cubicBezTo>
                <a:lnTo>
                  <a:pt x="785895" y="1541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967577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2026-09-05T14:47:07.1180000Z</dcterms:created>
  <dcterms:modified xsi:type="dcterms:W3CDTF">2026-09-05T14:47:07.1180000Z</dcterms:modified>
</coreProperties>
</file>