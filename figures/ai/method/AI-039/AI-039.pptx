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94a547d58c54e47" /><Relationship Type="http://schemas.openxmlformats.org/officeDocument/2006/relationships/extended-properties" Target="/docProps/app.xml" Id="R45486585b5fa4a91" /><Relationship Type="http://schemas.openxmlformats.org/officeDocument/2006/relationships/officeDocument" Target="/ppt/presentation.xml" Id="R640c09ddfcea4b9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7d12ff962b24e2b"/>
  </p:sldMasterIdLst>
  <p:notesMasterIdLst>
    <p:notesMasterId xmlns:r="http://schemas.openxmlformats.org/officeDocument/2006/relationships" r:id="R9e05820fef194708"/>
  </p:notesMasterIdLst>
  <p:sldIdLst>
    <p:sldId xmlns:r="http://schemas.openxmlformats.org/officeDocument/2006/relationships" id="256" r:id="Rb8e502a3135947ac"/>
  </p:sldIdLst>
  <p:sldSz cx="19613022" cy="7139828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2b37373ace346a0" /><Relationship Type="http://schemas.openxmlformats.org/officeDocument/2006/relationships/slideMaster" Target="/ppt/slideMasters/slideMaster1.xml" Id="R57d12ff962b24e2b" /><Relationship Type="http://schemas.openxmlformats.org/officeDocument/2006/relationships/notesMaster" Target="/ppt/notesMasters/notesMaster1.xml" Id="R9e05820fef194708" /><Relationship Type="http://schemas.openxmlformats.org/officeDocument/2006/relationships/presProps" Target="/ppt/presProps.xml" Id="Ra355f27196794bfc" /><Relationship Type="http://schemas.openxmlformats.org/officeDocument/2006/relationships/tableStyles" Target="/ppt/tableStyles.xml" Id="R2649e1e761b04849" /><Relationship Type="http://schemas.openxmlformats.org/officeDocument/2006/relationships/slide" Target="/ppt/slides/slide1.xml" Id="Rb8e502a3135947a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3b64d40b56144d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59a5fc7fdc442f8" /><Relationship Type="http://schemas.openxmlformats.org/officeDocument/2006/relationships/notesMaster" Target="/ppt/notesMasters/notesMaster1.xml" Id="R3bf9298d83984e98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素材ID：AI-039</ns1:t>
            </ns1:r>
          </ns1:p>
          <ns1:p>
            <ns1:r>
              <ns1:t>论文：CoSToM: Causal-oriented Steering for Intrinsic Theory-of-Mind Alignment in Large Language Models</ns1:t>
            </ns1:r>
          </ns1:p>
          <ns1:p>
            <ns1:r>
              <ns1:t>会议：ACL 2026</ns1:t>
            </ns1:r>
          </ns1:p>
          <ns1:p>
            <ns1:r>
              <ns1:t>奖项：Best Theme Paper</ns1:t>
            </ns1:r>
          </ns1:p>
          <ns1:p>
            <ns1:r>
              <ns1:t>图号：Figure 2，PDF第3页</ns1:t>
            </ns1:r>
          </ns1:p>
          <ns1:p>
            <ns1:r>
              <ns1:t>类型：方法细节</ns1:t>
            </ns1:r>
          </ns1:p>
          <ns1:p>
            <ns1:r>
              <ns1:t>借鉴点：三阶段将对话输入、隐藏表示因果定位、对齐向量和生成行为连贯展示。</ns1:t>
            </ns1:r>
          </ns1:p>
          <ns1:p>
            <ns1:r>
              <ns1:t>论文URL：https://aclanthology.org/2026.acl-long.421/</ns1:t>
            </ns1:r>
          </ns1:p>
          <ns1:p>
            <ns1:r>
              <ns1:t>官方获奖URL：https://2026.aclweb.org/program/best_papers/</ns1:t>
            </ns1:r>
          </ns1:p>
          <ns1:p>
            <ns1:r>
              <ns1:t>原始论文与绘图来源：见本页论文链接及仓库 catalog/papers.md。</ns1:t>
            </ns1:r>
          </ns1:p>
          <ns1:p>
            <ns1:r>
              <ns1:t>编辑与保真说明：三阶段结构、隐藏层、干预连线、文字与对话内容全部为原生PowerPoint对象；8个锁/奖杯/提示小图标独立保留。Arial与Times New Roman代替原栅格字体，曲线为80段原生折线路径，字距与圆角存在轻微近似。</ns1:t>
            </ns1:r>
          </ns1:p>
          <ns1:p>
            <ns1:r>
              <ns1:t>复刻方式：Native framework, colored text spans, gradient latent layers and intervention routes reconstructed against original figure. Only eight small original icons retained.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e4c50417ef450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28657841c924bc3" /><Relationship Type="http://schemas.openxmlformats.org/officeDocument/2006/relationships/slideLayout" Target="/ppt/slideLayouts/slideLayout1.xml" Id="R7b82839c20904dd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b82839c20904dd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a6a45a052a4a39" /><Relationship Type="http://schemas.openxmlformats.org/officeDocument/2006/relationships/image" Target="/ppt/media/image.png" Id="R0824d44712664318" /><Relationship Type="http://schemas.openxmlformats.org/officeDocument/2006/relationships/image" Target="/ppt/media/image2.png" Id="R0b4e243138ce4678" /><Relationship Type="http://schemas.openxmlformats.org/officeDocument/2006/relationships/image" Target="/ppt/media/image3.png" Id="R4e7924b298094d99" /><Relationship Type="http://schemas.openxmlformats.org/officeDocument/2006/relationships/image" Target="/ppt/media/image4.png" Id="Rae080a97f91a4597" /><Relationship Type="http://schemas.openxmlformats.org/officeDocument/2006/relationships/image" Target="/ppt/media/image5.png" Id="Rea7d84c3081147cb" /><Relationship Type="http://schemas.openxmlformats.org/officeDocument/2006/relationships/image" Target="/ppt/media/image6.png" Id="R01eed18f3a994ac7" /><Relationship Type="http://schemas.openxmlformats.org/officeDocument/2006/relationships/image" Target="/ppt/media/image7.png" Id="R12612a34d09241dd" /><Relationship Type="http://schemas.openxmlformats.org/officeDocument/2006/relationships/image" Target="/ppt/media/image8.png" Id="R6b75c70e9e2c4750" /><Relationship Type="http://schemas.openxmlformats.org/officeDocument/2006/relationships/notesSlide" Target="/ppt/notesSlides/notesSlide1.xml" Id="R9411c10c3d2c4af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1" name="AI039-1">
            <a:extLst xmlns:a="http://schemas.openxmlformats.org/drawingml/2006/main">
              <a:ext uri="{FF2B5EF4-FFF2-40B4-BE49-F238E27FC236}">
                <a16:creationId xmlns:a16="http://schemas.microsoft.com/office/drawing/2014/main" id="{BB576515-8BA2-4F0D-867E-32B189C2D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991" y="760406"/>
            <a:ext cx="6429375" cy="3562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</a:ln>
        </p:spPr>
      </p:sp>
      <p:sp>
        <p:nvSpPr>
          <p:cNvPr id="2" name="AI039-2">
            <a:extLst xmlns:a="http://schemas.openxmlformats.org/drawingml/2006/main">
              <a:ext uri="{FF2B5EF4-FFF2-40B4-BE49-F238E27FC236}">
                <a16:creationId xmlns:a16="http://schemas.microsoft.com/office/drawing/2014/main" id="{790CA13D-B7C9-4ED3-8875-F4BFF584A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991" y="198431"/>
            <a:ext cx="64293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464D"/>
          </a:solidFill>
          <a:ln xmlns:a="http://schemas.openxmlformats.org/drawingml/2006/main" w="0">
            <a:noFill/>
          </a:ln>
        </p:spPr>
      </p:sp>
      <p:sp>
        <p:nvSpPr>
          <p:cNvPr id="3" name="Text Phase 1: Causal Analysis">
            <a:extLst xmlns:a="http://schemas.openxmlformats.org/drawingml/2006/main">
              <a:ext uri="{FF2B5EF4-FFF2-40B4-BE49-F238E27FC236}">
                <a16:creationId xmlns:a16="http://schemas.microsoft.com/office/drawing/2014/main" id="{BE7EFCF8-C155-4B3B-B45F-D818F1A79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991" y="207956"/>
            <a:ext cx="64293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Phase 1: Causal Analysis</a:t>
            </a:r>
          </a:p>
        </p:txBody>
      </p:sp>
      <p:sp>
        <p:nvSpPr>
          <p:cNvPr id="4" name="AI039-3">
            <a:extLst xmlns:a="http://schemas.openxmlformats.org/drawingml/2006/main">
              <a:ext uri="{FF2B5EF4-FFF2-40B4-BE49-F238E27FC236}">
                <a16:creationId xmlns:a16="http://schemas.microsoft.com/office/drawing/2014/main" id="{DD05C69E-0E89-4B49-99BE-07D864A85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75766" y="760406"/>
            <a:ext cx="6267450" cy="3562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</a:ln>
        </p:spPr>
      </p:sp>
      <p:sp>
        <p:nvSpPr>
          <p:cNvPr id="5" name="AI039-4">
            <a:extLst xmlns:a="http://schemas.openxmlformats.org/drawingml/2006/main">
              <a:ext uri="{FF2B5EF4-FFF2-40B4-BE49-F238E27FC236}">
                <a16:creationId xmlns:a16="http://schemas.microsoft.com/office/drawing/2014/main" id="{118E0B71-ED6A-4EE3-B5C8-B855BFA93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75766" y="198431"/>
            <a:ext cx="62674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464D"/>
          </a:solidFill>
          <a:ln xmlns:a="http://schemas.openxmlformats.org/drawingml/2006/main" w="0">
            <a:noFill/>
          </a:ln>
        </p:spPr>
      </p:sp>
      <p:sp>
        <p:nvSpPr>
          <p:cNvPr id="6" name="Text Phase 2: Steering Alignment">
            <a:extLst xmlns:a="http://schemas.openxmlformats.org/drawingml/2006/main">
              <a:ext uri="{FF2B5EF4-FFF2-40B4-BE49-F238E27FC236}">
                <a16:creationId xmlns:a16="http://schemas.microsoft.com/office/drawing/2014/main" id="{14B9A239-C58F-49B6-BA72-DDF200A95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75766" y="207956"/>
            <a:ext cx="62674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Phase 2: Steering Alignment</a:t>
            </a:r>
          </a:p>
        </p:txBody>
      </p:sp>
      <p:sp>
        <p:nvSpPr>
          <p:cNvPr id="7" name="AI039-5">
            <a:extLst xmlns:a="http://schemas.openxmlformats.org/drawingml/2006/main">
              <a:ext uri="{FF2B5EF4-FFF2-40B4-BE49-F238E27FC236}">
                <a16:creationId xmlns:a16="http://schemas.microsoft.com/office/drawing/2014/main" id="{55AF0DA1-F7F8-4B0D-8E64-FCA98DC86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24191" y="760406"/>
            <a:ext cx="6372225" cy="3562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</a:ln>
        </p:spPr>
      </p:sp>
      <p:sp>
        <p:nvSpPr>
          <p:cNvPr id="8" name="AI039-6">
            <a:extLst xmlns:a="http://schemas.openxmlformats.org/drawingml/2006/main">
              <a:ext uri="{FF2B5EF4-FFF2-40B4-BE49-F238E27FC236}">
                <a16:creationId xmlns:a16="http://schemas.microsoft.com/office/drawing/2014/main" id="{4D14B47C-1ADF-4102-BE40-2BF09A07C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24191" y="198431"/>
            <a:ext cx="63722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464D"/>
          </a:solidFill>
          <a:ln xmlns:a="http://schemas.openxmlformats.org/drawingml/2006/main" w="0">
            <a:noFill/>
          </a:ln>
        </p:spPr>
      </p:sp>
      <p:sp>
        <p:nvSpPr>
          <p:cNvPr id="9" name="Text Phase 3: Dialogue Generation">
            <a:extLst xmlns:a="http://schemas.openxmlformats.org/drawingml/2006/main">
              <a:ext uri="{FF2B5EF4-FFF2-40B4-BE49-F238E27FC236}">
                <a16:creationId xmlns:a16="http://schemas.microsoft.com/office/drawing/2014/main" id="{63618165-12A8-49C3-81EF-196ED7291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24191" y="207956"/>
            <a:ext cx="63722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Phase 3: Dialogue Generation</a:t>
            </a:r>
          </a:p>
        </p:txBody>
      </p:sp>
      <p:sp>
        <p:nvSpPr>
          <p:cNvPr id="10" name="AI039-7">
            <a:extLst xmlns:a="http://schemas.openxmlformats.org/drawingml/2006/main">
              <a:ext uri="{FF2B5EF4-FFF2-40B4-BE49-F238E27FC236}">
                <a16:creationId xmlns:a16="http://schemas.microsoft.com/office/drawing/2014/main" id="{64BC0575-1BFF-4CBF-87AA-EEFAAC0F5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94416" y="874706"/>
            <a:ext cx="2505075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23813">
            <a:solidFill>
              <a:srgbClr val="D8CBD4"/>
            </a:solidFill>
          </a:ln>
        </p:spPr>
      </p:sp>
      <p:sp>
        <p:nvSpPr>
          <p:cNvPr id="11" name="Text Belief high: Firewood,&#10;Belief medium: Food,&#10;and Belief low: Water">
            <a:extLst xmlns:a="http://schemas.openxmlformats.org/drawingml/2006/main">
              <a:ext uri="{FF2B5EF4-FFF2-40B4-BE49-F238E27FC236}">
                <a16:creationId xmlns:a16="http://schemas.microsoft.com/office/drawing/2014/main" id="{BC6BC29A-0EDE-4807-9AD6-7F23FB4B7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99191" y="989006"/>
            <a:ext cx="23336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2E80C5"/>
                </a:solidFill>
                <a:latin typeface="Times New Roman"/>
                <a:ea typeface="Times New Roman"/>
                <a:cs typeface="Times New Roman"/>
              </a:rPr>
              <a:t>Belief high: Firewood,</a:t>
            </a:r>
          </a:p>
          <a:p xmlns:a="http://schemas.openxmlformats.org/drawingml/2006/main">
            <a:pPr algn="l">
              <a:defRPr sz="19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2E80C5"/>
                </a:solidFill>
                <a:latin typeface="Times New Roman"/>
                <a:ea typeface="Times New Roman"/>
                <a:cs typeface="Times New Roman"/>
              </a:rPr>
              <a:t>Belief medium: Food,</a:t>
            </a:r>
          </a:p>
          <a:p xmlns:a="http://schemas.openxmlformats.org/drawingml/2006/main">
            <a:pPr algn="l">
              <a:defRPr sz="19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and Belief low: Water</a:t>
            </a:r>
          </a:p>
        </p:txBody>
      </p:sp>
      <p:sp>
        <p:nvSpPr>
          <p:cNvPr id="12" name="AI039-8">
            <a:extLst xmlns:a="http://schemas.openxmlformats.org/drawingml/2006/main">
              <a:ext uri="{FF2B5EF4-FFF2-40B4-BE49-F238E27FC236}">
                <a16:creationId xmlns:a16="http://schemas.microsoft.com/office/drawing/2014/main" id="{8575B434-1FB8-43B6-889B-5A13A0D3D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00016" y="874706"/>
            <a:ext cx="2505075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23813">
            <a:solidFill>
              <a:srgbClr val="D8CBD4"/>
            </a:solidFill>
          </a:ln>
        </p:spPr>
      </p:sp>
      <p:sp>
        <p:nvSpPr>
          <p:cNvPr id="13" name="Text Belief high: Firewood,&#10;Belief medium: Food,&#10;and Belief low: Water">
            <a:extLst xmlns:a="http://schemas.openxmlformats.org/drawingml/2006/main">
              <a:ext uri="{FF2B5EF4-FFF2-40B4-BE49-F238E27FC236}">
                <a16:creationId xmlns:a16="http://schemas.microsoft.com/office/drawing/2014/main" id="{D729C357-9960-4FA5-BDA2-B740D1EB5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04791" y="989006"/>
            <a:ext cx="23336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2E80C5"/>
                </a:solidFill>
                <a:latin typeface="Times New Roman"/>
                <a:ea typeface="Times New Roman"/>
                <a:cs typeface="Times New Roman"/>
              </a:rPr>
              <a:t>Belief high: Firewood,</a:t>
            </a:r>
          </a:p>
          <a:p xmlns:a="http://schemas.openxmlformats.org/drawingml/2006/main">
            <a:pPr algn="l">
              <a:defRPr sz="19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2E80C5"/>
                </a:solidFill>
                <a:latin typeface="Times New Roman"/>
                <a:ea typeface="Times New Roman"/>
                <a:cs typeface="Times New Roman"/>
              </a:rPr>
              <a:t>Belief medium: Food,</a:t>
            </a:r>
          </a:p>
          <a:p xmlns:a="http://schemas.openxmlformats.org/drawingml/2006/main">
            <a:pPr algn="l">
              <a:defRPr sz="19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and Belief low: Water</a:t>
            </a:r>
          </a:p>
        </p:txBody>
      </p:sp>
      <p:sp>
        <p:nvSpPr>
          <p:cNvPr id="14" name="AI039-9">
            <a:extLst xmlns:a="http://schemas.openxmlformats.org/drawingml/2006/main">
              <a:ext uri="{FF2B5EF4-FFF2-40B4-BE49-F238E27FC236}">
                <a16:creationId xmlns:a16="http://schemas.microsoft.com/office/drawing/2014/main" id="{747B85BF-E731-4FA3-BE7D-2D59052D3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71016" y="874706"/>
            <a:ext cx="26193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23813">
            <a:solidFill>
              <a:srgbClr val="D8CBD4"/>
            </a:solidFill>
          </a:ln>
        </p:spPr>
      </p:sp>
      <p:pic>
        <p:nvPicPr>
          <p:cNvPr id="1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24d44712664318"/>
          <a:stretch xmlns:a="http://schemas.openxmlformats.org/drawingml/2006/main"/>
        </p:blipFill>
        <p:spPr>
          <a:xfrm xmlns:a="http://schemas.openxmlformats.org/drawingml/2006/main">
            <a:off x="6856741" y="890581"/>
            <a:ext cx="304800" cy="406400"/>
          </a:xfrm>
          <a:prstGeom xmlns:a="http://schemas.openxmlformats.org/drawingml/2006/main" prst="rect">
            <a:avLst/>
          </a:prstGeom>
        </p:spPr>
      </p:pic>
      <p:sp>
        <p:nvSpPr>
          <p:cNvPr id="16" name="Text Ground Truth">
            <a:extLst xmlns:a="http://schemas.openxmlformats.org/drawingml/2006/main">
              <a:ext uri="{FF2B5EF4-FFF2-40B4-BE49-F238E27FC236}">
                <a16:creationId xmlns:a16="http://schemas.microsoft.com/office/drawing/2014/main" id="{00DF3019-D3C5-48BE-AEA6-90C3518B3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75841" y="960431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Ground Truth</a:t>
            </a:r>
          </a:p>
        </p:txBody>
      </p:sp>
      <p:sp>
        <p:nvSpPr>
          <p:cNvPr id="17" name="Text Belief high: Food, Belief&#10;medium: Firewood, and&#10;Belief low: Water">
            <a:extLst xmlns:a="http://schemas.openxmlformats.org/drawingml/2006/main">
              <a:ext uri="{FF2B5EF4-FFF2-40B4-BE49-F238E27FC236}">
                <a16:creationId xmlns:a16="http://schemas.microsoft.com/office/drawing/2014/main" id="{0BA50E2C-C41C-40A2-8C18-6840CEB42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09116" y="1293806"/>
            <a:ext cx="25241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34771D"/>
                </a:solidFill>
                <a:latin typeface="Times New Roman"/>
                <a:ea typeface="Times New Roman"/>
                <a:cs typeface="Times New Roman"/>
              </a:rPr>
              <a:t>Belief high: Food, Belief</a:t>
            </a:r>
          </a:p>
          <a:p xmlns:a="http://schemas.openxmlformats.org/drawingml/2006/main">
            <a:pPr algn="l">
              <a:defRPr sz="19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34771D"/>
                </a:solidFill>
                <a:latin typeface="Times New Roman"/>
                <a:ea typeface="Times New Roman"/>
                <a:cs typeface="Times New Roman"/>
              </a:rPr>
              <a:t>medium: Firewood,</a:t>
            </a:r>
            <a:r>
              <a:rPr sz="19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and</a:t>
            </a:r>
          </a:p>
          <a:p xmlns:a="http://schemas.openxmlformats.org/drawingml/2006/main">
            <a:pPr algn="l">
              <a:defRPr sz="19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Belief low: Water</a:t>
            </a:r>
          </a:p>
        </p:txBody>
      </p:sp>
      <p:sp>
        <p:nvSpPr>
          <p:cNvPr id="18" name="AI039-10">
            <a:extLst xmlns:a="http://schemas.openxmlformats.org/drawingml/2006/main">
              <a:ext uri="{FF2B5EF4-FFF2-40B4-BE49-F238E27FC236}">
                <a16:creationId xmlns:a16="http://schemas.microsoft.com/office/drawing/2014/main" id="{0032BE70-468C-449B-AD62-F032608B5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95191" y="1455731"/>
            <a:ext cx="180975" cy="1809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4771D"/>
            </a:solidFill>
          </a:ln>
        </p:spPr>
      </p:sp>
      <p:sp>
        <p:nvSpPr>
          <p:cNvPr id="19" name="AI039-path-11">
            <a:extLst xmlns:a="http://schemas.openxmlformats.org/drawingml/2006/main">
              <a:ext uri="{FF2B5EF4-FFF2-40B4-BE49-F238E27FC236}">
                <a16:creationId xmlns:a16="http://schemas.microsoft.com/office/drawing/2014/main" id="{912699C9-9AAC-487A-8CCC-8A97EBD9E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0391" y="1541456"/>
            <a:ext cx="276225" cy="95"/>
          </a:xfrm>
          <a:custGeom xmlns:a="http://schemas.openxmlformats.org/drawingml/2006/main">
            <a:pathLst>
              <a:path w="276225" h="95">
                <a:moveTo>
                  <a:pt x="0" y="0"/>
                </a:moveTo>
                <a:lnTo>
                  <a:pt x="276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4771D"/>
            </a:solidFill>
          </a:ln>
        </p:spPr>
      </p:sp>
      <p:sp>
        <p:nvSpPr>
          <p:cNvPr id="20" name="AI039-path-12">
            <a:extLst xmlns:a="http://schemas.openxmlformats.org/drawingml/2006/main">
              <a:ext uri="{FF2B5EF4-FFF2-40B4-BE49-F238E27FC236}">
                <a16:creationId xmlns:a16="http://schemas.microsoft.com/office/drawing/2014/main" id="{CFB0F931-C619-4F56-B4D5-26EBCAFD6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5405" y="1485866"/>
            <a:ext cx="121211" cy="111179"/>
          </a:xfrm>
          <a:custGeom xmlns:a="http://schemas.openxmlformats.org/drawingml/2006/main">
            <a:pathLst>
              <a:path w="121211" h="111179">
                <a:moveTo>
                  <a:pt x="0" y="111179"/>
                </a:moveTo>
                <a:lnTo>
                  <a:pt x="121211" y="5559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4771D"/>
          </a:solidFill>
          <a:ln xmlns:a="http://schemas.openxmlformats.org/drawingml/2006/main" w="0">
            <a:noFill/>
          </a:ln>
        </p:spPr>
      </p:sp>
      <p:sp>
        <p:nvSpPr>
          <p:cNvPr id="21" name="AI039-path-13">
            <a:extLst xmlns:a="http://schemas.openxmlformats.org/drawingml/2006/main">
              <a:ext uri="{FF2B5EF4-FFF2-40B4-BE49-F238E27FC236}">
                <a16:creationId xmlns:a16="http://schemas.microsoft.com/office/drawing/2014/main" id="{C72301EB-6DD2-4356-BD94-279BAC45E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4266" y="1541456"/>
            <a:ext cx="266700" cy="95"/>
          </a:xfrm>
          <a:custGeom xmlns:a="http://schemas.openxmlformats.org/drawingml/2006/main">
            <a:pathLst>
              <a:path w="266700" h="95">
                <a:moveTo>
                  <a:pt x="2667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4771D"/>
            </a:solidFill>
          </a:ln>
        </p:spPr>
      </p:sp>
      <p:sp>
        <p:nvSpPr>
          <p:cNvPr id="22" name="AI039-path-14">
            <a:extLst xmlns:a="http://schemas.openxmlformats.org/drawingml/2006/main">
              <a:ext uri="{FF2B5EF4-FFF2-40B4-BE49-F238E27FC236}">
                <a16:creationId xmlns:a16="http://schemas.microsoft.com/office/drawing/2014/main" id="{FF024DE7-4216-48C8-AF16-C5467F9EF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4266" y="1485866"/>
            <a:ext cx="121211" cy="111179"/>
          </a:xfrm>
          <a:custGeom xmlns:a="http://schemas.openxmlformats.org/drawingml/2006/main">
            <a:pathLst>
              <a:path w="121211" h="111179">
                <a:moveTo>
                  <a:pt x="121211" y="0"/>
                </a:moveTo>
                <a:lnTo>
                  <a:pt x="0" y="55590"/>
                </a:lnTo>
                <a:lnTo>
                  <a:pt x="121211" y="111179"/>
                </a:lnTo>
                <a:close/>
              </a:path>
            </a:pathLst>
          </a:custGeom>
          <a:solidFill xmlns:a="http://schemas.openxmlformats.org/drawingml/2006/main">
            <a:srgbClr val="34771D"/>
          </a:solidFill>
          <a:ln xmlns:a="http://schemas.openxmlformats.org/drawingml/2006/main" w="0">
            <a:noFill/>
          </a:ln>
        </p:spPr>
      </p:sp>
      <p:sp>
        <p:nvSpPr>
          <p:cNvPr id="23" name="Text L">
            <a:extLst xmlns:a="http://schemas.openxmlformats.org/drawingml/2006/main">
              <a:ext uri="{FF2B5EF4-FFF2-40B4-BE49-F238E27FC236}">
                <a16:creationId xmlns:a16="http://schemas.microsoft.com/office/drawing/2014/main" id="{CDE705D0-3294-4AB5-B495-C22750837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61841" y="1122356"/>
            <a:ext cx="238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0" i="1">
                <a:solidFill>
                  <a:srgbClr val="34771D"/>
                </a:solidFill>
                <a:latin typeface="Times New Roman"/>
                <a:ea typeface="Times New Roman"/>
                <a:cs typeface="Times New Roman"/>
              </a:rPr>
              <a:t>L</a:t>
            </a:r>
          </a:p>
        </p:txBody>
      </p:sp>
      <p:sp>
        <p:nvSpPr>
          <p:cNvPr id="24" name="Text ToM">
            <a:extLst xmlns:a="http://schemas.openxmlformats.org/drawingml/2006/main">
              <a:ext uri="{FF2B5EF4-FFF2-40B4-BE49-F238E27FC236}">
                <a16:creationId xmlns:a16="http://schemas.microsoft.com/office/drawing/2014/main" id="{5A4F9F9E-37C9-4BFE-93AB-FA484C9F0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42816" y="1265231"/>
            <a:ext cx="3143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771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>
                <a:solidFill>
                  <a:srgbClr val="34771D"/>
                </a:solidFill>
                <a:latin typeface="Times New Roman"/>
                <a:ea typeface="Times New Roman"/>
                <a:cs typeface="Times New Roman"/>
              </a:rPr>
              <a:t>ToM</a:t>
            </a:r>
          </a:p>
        </p:txBody>
      </p:sp>
      <p:sp>
        <p:nvSpPr>
          <p:cNvPr id="25" name="AI039-path-15">
            <a:extLst xmlns:a="http://schemas.openxmlformats.org/drawingml/2006/main">
              <a:ext uri="{FF2B5EF4-FFF2-40B4-BE49-F238E27FC236}">
                <a16:creationId xmlns:a16="http://schemas.microsoft.com/office/drawing/2014/main" id="{2FCD2443-58F9-46D9-8898-D414C78BE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0916" y="1684331"/>
            <a:ext cx="1609725" cy="733425"/>
          </a:xfrm>
          <a:custGeom xmlns:a="http://schemas.openxmlformats.org/drawingml/2006/main">
            <a:pathLst>
              <a:path w="1609725" h="733425">
                <a:moveTo>
                  <a:pt x="0" y="0"/>
                </a:moveTo>
                <a:lnTo>
                  <a:pt x="0" y="371475"/>
                </a:lnTo>
                <a:lnTo>
                  <a:pt x="1609725" y="371475"/>
                </a:lnTo>
                <a:lnTo>
                  <a:pt x="1609725" y="733425"/>
                </a:lnTo>
              </a:path>
            </a:pathLst>
          </a:custGeom>
          <a:noFill xmlns:a="http://schemas.openxmlformats.org/drawingml/2006/main"/>
          <a:ln xmlns:a="http://schemas.openxmlformats.org/drawingml/2006/main" w="33338">
            <a:solidFill>
              <a:srgbClr val="34771D"/>
            </a:solidFill>
            <a:custDash>
              <a:ds d="180000" sp="180000"/>
            </a:custDash>
          </a:ln>
        </p:spPr>
      </p:sp>
      <p:sp>
        <p:nvSpPr>
          <p:cNvPr id="26" name="AI039-path-16">
            <a:extLst xmlns:a="http://schemas.openxmlformats.org/drawingml/2006/main">
              <a:ext uri="{FF2B5EF4-FFF2-40B4-BE49-F238E27FC236}">
                <a16:creationId xmlns:a16="http://schemas.microsoft.com/office/drawing/2014/main" id="{2D1EDDF9-F934-4C2E-8E8A-899C7DCBA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3139" y="2270572"/>
            <a:ext cx="135004" cy="147184"/>
          </a:xfrm>
          <a:custGeom xmlns:a="http://schemas.openxmlformats.org/drawingml/2006/main">
            <a:pathLst>
              <a:path w="135004" h="147184">
                <a:moveTo>
                  <a:pt x="0" y="0"/>
                </a:moveTo>
                <a:lnTo>
                  <a:pt x="67502" y="147184"/>
                </a:lnTo>
                <a:lnTo>
                  <a:pt x="135004" y="0"/>
                </a:lnTo>
                <a:close/>
              </a:path>
            </a:pathLst>
          </a:custGeom>
          <a:solidFill xmlns:a="http://schemas.openxmlformats.org/drawingml/2006/main">
            <a:srgbClr val="34771D"/>
          </a:solidFill>
          <a:ln xmlns:a="http://schemas.openxmlformats.org/drawingml/2006/main" w="0">
            <a:noFill/>
          </a:ln>
        </p:spPr>
      </p:sp>
      <p:sp>
        <p:nvSpPr>
          <p:cNvPr id="27" name="AI039-17">
            <a:extLst xmlns:a="http://schemas.openxmlformats.org/drawingml/2006/main">
              <a:ext uri="{FF2B5EF4-FFF2-40B4-BE49-F238E27FC236}">
                <a16:creationId xmlns:a16="http://schemas.microsoft.com/office/drawing/2014/main" id="{C34495DE-E1B8-4240-BEB6-173165EE9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05191" y="874706"/>
            <a:ext cx="5572125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23813">
            <a:solidFill>
              <a:srgbClr val="D8CBD4"/>
            </a:solidFill>
          </a:ln>
        </p:spPr>
      </p:sp>
      <p:sp>
        <p:nvSpPr>
          <p:cNvPr id="28" name="Text Since you don’t need water and food is essential for&#10;you, How about this: you take 2 firewood and 2 food,&#10;and I take 2 water and 1 food. Does that sound fair?">
            <a:extLst xmlns:a="http://schemas.openxmlformats.org/drawingml/2006/main">
              <a:ext uri="{FF2B5EF4-FFF2-40B4-BE49-F238E27FC236}">
                <a16:creationId xmlns:a16="http://schemas.microsoft.com/office/drawing/2014/main" id="{8F6B8F03-DF6A-401A-B57F-DAC49BBCF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19491" y="989006"/>
            <a:ext cx="54102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Since </a:t>
            </a:r>
            <a:r>
              <a:rPr sz="1950" b="0">
                <a:solidFill>
                  <a:srgbClr val="34771D"/>
                </a:solidFill>
                <a:latin typeface="Times New Roman"/>
                <a:ea typeface="Times New Roman"/>
                <a:cs typeface="Times New Roman"/>
              </a:rPr>
              <a:t>you don’t need water and food is essential for</a:t>
            </a:r>
          </a:p>
          <a:p xmlns:a="http://schemas.openxmlformats.org/drawingml/2006/main">
            <a:pPr algn="l">
              <a:defRPr sz="19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34771D"/>
                </a:solidFill>
                <a:latin typeface="Times New Roman"/>
                <a:ea typeface="Times New Roman"/>
                <a:cs typeface="Times New Roman"/>
              </a:rPr>
              <a:t>you,</a:t>
            </a:r>
            <a:r>
              <a:rPr sz="19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How about this: you take </a:t>
            </a:r>
            <a:r>
              <a:rPr sz="19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 firewood and 2 food,</a:t>
            </a:r>
          </a:p>
          <a:p xmlns:a="http://schemas.openxmlformats.org/drawingml/2006/main">
            <a:pPr algn="l">
              <a:defRPr sz="19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and I take </a:t>
            </a:r>
            <a:r>
              <a:rPr sz="19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 water and 1 food.</a:t>
            </a:r>
            <a:r>
              <a:rPr sz="19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Does that sound fair?</a:t>
            </a:r>
          </a:p>
        </p:txBody>
      </p:sp>
      <p:sp>
        <p:nvSpPr>
          <p:cNvPr id="29" name="AI039-18">
            <a:extLst xmlns:a="http://schemas.openxmlformats.org/drawingml/2006/main">
              <a:ext uri="{FF2B5EF4-FFF2-40B4-BE49-F238E27FC236}">
                <a16:creationId xmlns:a16="http://schemas.microsoft.com/office/drawing/2014/main" id="{B9F48B9A-157F-4291-AE39-AF5A8FF90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141" y="2465381"/>
            <a:ext cx="26098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28575">
            <a:solidFill>
              <a:srgbClr val="CFD2DB"/>
            </a:solidFill>
          </a:ln>
        </p:spPr>
      </p:sp>
      <p:pic>
        <p:nvPicPr>
          <p:cNvPr id="1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4e243138ce4678"/>
          <a:stretch xmlns:a="http://schemas.openxmlformats.org/drawingml/2006/main"/>
        </p:blipFill>
        <p:spPr>
          <a:xfrm xmlns:a="http://schemas.openxmlformats.org/drawingml/2006/main">
            <a:off x="204349" y="2465381"/>
            <a:ext cx="188858" cy="238125"/>
          </a:xfrm>
          <a:prstGeom xmlns:a="http://schemas.openxmlformats.org/drawingml/2006/main" prst="rect">
            <a:avLst/>
          </a:prstGeom>
        </p:spPr>
      </p:pic>
      <p:sp>
        <p:nvSpPr>
          <p:cNvPr id="31" name="Text Frozen Encoder">
            <a:extLst xmlns:a="http://schemas.openxmlformats.org/drawingml/2006/main">
              <a:ext uri="{FF2B5EF4-FFF2-40B4-BE49-F238E27FC236}">
                <a16:creationId xmlns:a16="http://schemas.microsoft.com/office/drawing/2014/main" id="{A4B6FC95-AEFE-4E6F-BE93-919D1F2ED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9266" y="2474906"/>
            <a:ext cx="2343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Frozen Encoder</a:t>
            </a:r>
          </a:p>
        </p:txBody>
      </p:sp>
      <p:sp>
        <p:nvSpPr>
          <p:cNvPr id="32" name="AI039-19">
            <a:extLst xmlns:a="http://schemas.openxmlformats.org/drawingml/2006/main">
              <a:ext uri="{FF2B5EF4-FFF2-40B4-BE49-F238E27FC236}">
                <a16:creationId xmlns:a16="http://schemas.microsoft.com/office/drawing/2014/main" id="{35A2D882-A525-4F34-BE07-6857CADB0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8291" y="2674931"/>
            <a:ext cx="2324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8E9"/>
          </a:solidFill>
          <a:ln xmlns:a="http://schemas.openxmlformats.org/drawingml/2006/main" w="0">
            <a:noFill/>
          </a:ln>
        </p:spPr>
      </p:sp>
      <p:sp>
        <p:nvSpPr>
          <p:cNvPr id="33" name="AI039-20">
            <a:extLst xmlns:a="http://schemas.openxmlformats.org/drawingml/2006/main">
              <a:ext uri="{FF2B5EF4-FFF2-40B4-BE49-F238E27FC236}">
                <a16:creationId xmlns:a16="http://schemas.microsoft.com/office/drawing/2014/main" id="{96D5C2AE-18A6-4777-9EB3-9949A4760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8291" y="3246431"/>
            <a:ext cx="23241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8E9"/>
          </a:solidFill>
          <a:ln xmlns:a="http://schemas.openxmlformats.org/drawingml/2006/main" w="0">
            <a:noFill/>
          </a:ln>
        </p:spPr>
      </p:sp>
      <p:sp>
        <p:nvSpPr>
          <p:cNvPr id="34" name="AI039-21">
            <a:extLst xmlns:a="http://schemas.openxmlformats.org/drawingml/2006/main">
              <a:ext uri="{FF2B5EF4-FFF2-40B4-BE49-F238E27FC236}">
                <a16:creationId xmlns:a16="http://schemas.microsoft.com/office/drawing/2014/main" id="{BC8D328F-D006-435F-A545-0A40F3891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8291" y="3751256"/>
            <a:ext cx="2324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8E9"/>
          </a:solidFill>
          <a:ln xmlns:a="http://schemas.openxmlformats.org/drawingml/2006/main" w="0">
            <a:noFill/>
          </a:ln>
        </p:spPr>
      </p:sp>
      <p:sp>
        <p:nvSpPr>
          <p:cNvPr id="35" name="AI039-22">
            <a:extLst xmlns:a="http://schemas.openxmlformats.org/drawingml/2006/main">
              <a:ext uri="{FF2B5EF4-FFF2-40B4-BE49-F238E27FC236}">
                <a16:creationId xmlns:a16="http://schemas.microsoft.com/office/drawing/2014/main" id="{A786F299-7900-4B0D-BDD0-C91D27F65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89616" y="2465381"/>
            <a:ext cx="32956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28575">
            <a:solidFill>
              <a:srgbClr val="CFD2DB"/>
            </a:solidFill>
          </a:ln>
        </p:spPr>
      </p:sp>
      <p:pic>
        <p:nvPicPr>
          <p:cNvPr id="1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7924b298094d99"/>
          <a:stretch xmlns:a="http://schemas.openxmlformats.org/drawingml/2006/main"/>
        </p:blipFill>
        <p:spPr>
          <a:xfrm xmlns:a="http://schemas.openxmlformats.org/drawingml/2006/main">
            <a:off x="3242824" y="2465381"/>
            <a:ext cx="188858" cy="238125"/>
          </a:xfrm>
          <a:prstGeom xmlns:a="http://schemas.openxmlformats.org/drawingml/2006/main" prst="rect">
            <a:avLst/>
          </a:prstGeom>
        </p:spPr>
      </p:pic>
      <p:sp>
        <p:nvSpPr>
          <p:cNvPr id="37" name="Text Frozen Decoder">
            <a:extLst xmlns:a="http://schemas.openxmlformats.org/drawingml/2006/main">
              <a:ext uri="{FF2B5EF4-FFF2-40B4-BE49-F238E27FC236}">
                <a16:creationId xmlns:a16="http://schemas.microsoft.com/office/drawing/2014/main" id="{C57D1242-96E7-4503-9B61-6DEAA4165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27741" y="2474906"/>
            <a:ext cx="3028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Frozen Decoder</a:t>
            </a:r>
          </a:p>
        </p:txBody>
      </p:sp>
      <p:sp>
        <p:nvSpPr>
          <p:cNvPr id="38" name="AI039-23">
            <a:extLst xmlns:a="http://schemas.openxmlformats.org/drawingml/2006/main">
              <a:ext uri="{FF2B5EF4-FFF2-40B4-BE49-F238E27FC236}">
                <a16:creationId xmlns:a16="http://schemas.microsoft.com/office/drawing/2014/main" id="{78BBE3A7-5BD2-4FB5-B573-C8BF70672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46766" y="2674931"/>
            <a:ext cx="3009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8E9"/>
          </a:solidFill>
          <a:ln xmlns:a="http://schemas.openxmlformats.org/drawingml/2006/main" w="0">
            <a:noFill/>
          </a:ln>
        </p:spPr>
      </p:sp>
      <p:sp>
        <p:nvSpPr>
          <p:cNvPr id="39" name="AI039-24">
            <a:extLst xmlns:a="http://schemas.openxmlformats.org/drawingml/2006/main">
              <a:ext uri="{FF2B5EF4-FFF2-40B4-BE49-F238E27FC236}">
                <a16:creationId xmlns:a16="http://schemas.microsoft.com/office/drawing/2014/main" id="{7B59D01B-7EC9-4832-B15C-0C184A054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46766" y="3246431"/>
            <a:ext cx="30099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8E9"/>
          </a:solidFill>
          <a:ln xmlns:a="http://schemas.openxmlformats.org/drawingml/2006/main" w="0">
            <a:noFill/>
          </a:ln>
        </p:spPr>
      </p:sp>
      <p:sp>
        <p:nvSpPr>
          <p:cNvPr id="40" name="AI039-25">
            <a:extLst xmlns:a="http://schemas.openxmlformats.org/drawingml/2006/main">
              <a:ext uri="{FF2B5EF4-FFF2-40B4-BE49-F238E27FC236}">
                <a16:creationId xmlns:a16="http://schemas.microsoft.com/office/drawing/2014/main" id="{8B55EBF9-ACAC-49AC-8696-DA2235904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46766" y="3751256"/>
            <a:ext cx="3009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8E9"/>
          </a:solidFill>
          <a:ln xmlns:a="http://schemas.openxmlformats.org/drawingml/2006/main" w="0">
            <a:noFill/>
          </a:ln>
        </p:spPr>
      </p:sp>
      <p:sp>
        <p:nvSpPr>
          <p:cNvPr id="41" name="AI039-26">
            <a:extLst xmlns:a="http://schemas.openxmlformats.org/drawingml/2006/main">
              <a:ext uri="{FF2B5EF4-FFF2-40B4-BE49-F238E27FC236}">
                <a16:creationId xmlns:a16="http://schemas.microsoft.com/office/drawing/2014/main" id="{6E7718DF-307C-4FD9-884D-7838E6FE1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32916" y="2455856"/>
            <a:ext cx="2628900" cy="1704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28575">
            <a:solidFill>
              <a:srgbClr val="CFD2DB"/>
            </a:solidFill>
          </a:ln>
        </p:spPr>
      </p:sp>
      <p:sp>
        <p:nvSpPr>
          <p:cNvPr id="42" name="Text Trainable Encoder">
            <a:extLst xmlns:a="http://schemas.openxmlformats.org/drawingml/2006/main">
              <a:ext uri="{FF2B5EF4-FFF2-40B4-BE49-F238E27FC236}">
                <a16:creationId xmlns:a16="http://schemas.microsoft.com/office/drawing/2014/main" id="{1712A30C-F1D4-41E0-A3E4-71E7EC844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09116" y="2465381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Trainable Encoder</a:t>
            </a:r>
          </a:p>
        </p:txBody>
      </p:sp>
      <p:sp>
        <p:nvSpPr>
          <p:cNvPr id="43" name="AI039-27">
            <a:extLst xmlns:a="http://schemas.openxmlformats.org/drawingml/2006/main">
              <a:ext uri="{FF2B5EF4-FFF2-40B4-BE49-F238E27FC236}">
                <a16:creationId xmlns:a16="http://schemas.microsoft.com/office/drawing/2014/main" id="{49DC0AAE-D9AE-400D-91B6-65575D179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90066" y="2665406"/>
            <a:ext cx="2343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8E9"/>
          </a:solidFill>
          <a:ln xmlns:a="http://schemas.openxmlformats.org/drawingml/2006/main" w="0">
            <a:noFill/>
          </a:ln>
        </p:spPr>
      </p:sp>
      <p:sp>
        <p:nvSpPr>
          <p:cNvPr id="44" name="AI039-28">
            <a:extLst xmlns:a="http://schemas.openxmlformats.org/drawingml/2006/main">
              <a:ext uri="{FF2B5EF4-FFF2-40B4-BE49-F238E27FC236}">
                <a16:creationId xmlns:a16="http://schemas.microsoft.com/office/drawing/2014/main" id="{3D05D624-C4B3-4D99-8BD9-213742CD2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90066" y="3236906"/>
            <a:ext cx="23431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8E9"/>
          </a:solidFill>
          <a:ln xmlns:a="http://schemas.openxmlformats.org/drawingml/2006/main" w="0">
            <a:noFill/>
          </a:ln>
        </p:spPr>
      </p:sp>
      <p:sp>
        <p:nvSpPr>
          <p:cNvPr id="45" name="AI039-29">
            <a:extLst xmlns:a="http://schemas.openxmlformats.org/drawingml/2006/main">
              <a:ext uri="{FF2B5EF4-FFF2-40B4-BE49-F238E27FC236}">
                <a16:creationId xmlns:a16="http://schemas.microsoft.com/office/drawing/2014/main" id="{8DE132C1-05AD-49E4-8D50-988374C01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90066" y="3741731"/>
            <a:ext cx="2343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8E9"/>
          </a:solidFill>
          <a:ln xmlns:a="http://schemas.openxmlformats.org/drawingml/2006/main" w="0">
            <a:noFill/>
          </a:ln>
        </p:spPr>
      </p:sp>
      <p:sp>
        <p:nvSpPr>
          <p:cNvPr id="46" name="Gradient latent layer">
            <a:extLst xmlns:a="http://schemas.openxmlformats.org/drawingml/2006/main">
              <a:ext uri="{FF2B5EF4-FFF2-40B4-BE49-F238E27FC236}">
                <a16:creationId xmlns:a16="http://schemas.microsoft.com/office/drawing/2014/main" id="{A0596600-31D5-4871-A996-65FDAA40E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90066" y="3741731"/>
            <a:ext cx="2343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  <ns0:gradFill xmlns:ns0="http://schemas.openxmlformats.org/drawingml/2006/main">
            <ns0:gsLst>
              <ns0:gs pos="0">
                <ns0:srgbClr val="E2E9EE"/>
              </ns0:gs>
              <ns0:gs pos="45000">
                <ns0:srgbClr val="B7CEB4"/>
              </ns0:gs>
              <ns0:gs pos="70000">
                <ns0:srgbClr val="C0D4BE"/>
              </ns0:gs>
              <ns0:gs pos="100000">
                <ns0:srgbClr val="E2E9EE"/>
              </ns0:gs>
            </ns0:gsLst>
            <ns0:lin ang="0" scaled="1"/>
          </ns0:gradFill>
        </p:spPr>
      </p:sp>
      <p:sp>
        <p:nvSpPr>
          <p:cNvPr id="47" name="AI039-30">
            <a:extLst xmlns:a="http://schemas.openxmlformats.org/drawingml/2006/main">
              <a:ext uri="{FF2B5EF4-FFF2-40B4-BE49-F238E27FC236}">
                <a16:creationId xmlns:a16="http://schemas.microsoft.com/office/drawing/2014/main" id="{D53A64C5-3EDD-44CB-88DF-5128A9A52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38066" y="2446331"/>
            <a:ext cx="31051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28575">
            <a:solidFill>
              <a:srgbClr val="CFD2DB"/>
            </a:solidFill>
          </a:ln>
        </p:spPr>
      </p:sp>
      <p:pic>
        <p:nvPicPr>
          <p:cNvPr id="1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080a97f91a4597"/>
          <a:stretch xmlns:a="http://schemas.openxmlformats.org/drawingml/2006/main"/>
        </p:blipFill>
        <p:spPr>
          <a:xfrm xmlns:a="http://schemas.openxmlformats.org/drawingml/2006/main">
            <a:off x="9891274" y="2446331"/>
            <a:ext cx="188858" cy="238125"/>
          </a:xfrm>
          <a:prstGeom xmlns:a="http://schemas.openxmlformats.org/drawingml/2006/main" prst="rect">
            <a:avLst/>
          </a:prstGeom>
        </p:spPr>
      </p:pic>
      <p:sp>
        <p:nvSpPr>
          <p:cNvPr id="49" name="Text Frozen Decoder">
            <a:extLst xmlns:a="http://schemas.openxmlformats.org/drawingml/2006/main">
              <a:ext uri="{FF2B5EF4-FFF2-40B4-BE49-F238E27FC236}">
                <a16:creationId xmlns:a16="http://schemas.microsoft.com/office/drawing/2014/main" id="{8B012D45-D45D-4023-A5E3-01EF7752C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76191" y="2455856"/>
            <a:ext cx="2838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Frozen Decoder</a:t>
            </a:r>
          </a:p>
        </p:txBody>
      </p:sp>
      <p:sp>
        <p:nvSpPr>
          <p:cNvPr id="50" name="AI039-31">
            <a:extLst xmlns:a="http://schemas.openxmlformats.org/drawingml/2006/main">
              <a:ext uri="{FF2B5EF4-FFF2-40B4-BE49-F238E27FC236}">
                <a16:creationId xmlns:a16="http://schemas.microsoft.com/office/drawing/2014/main" id="{EA43C5FE-5497-4D32-8990-0A070C10C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95216" y="2655881"/>
            <a:ext cx="2819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8E9"/>
          </a:solidFill>
          <a:ln xmlns:a="http://schemas.openxmlformats.org/drawingml/2006/main" w="0">
            <a:noFill/>
          </a:ln>
        </p:spPr>
      </p:sp>
      <p:sp>
        <p:nvSpPr>
          <p:cNvPr id="51" name="AI039-32">
            <a:extLst xmlns:a="http://schemas.openxmlformats.org/drawingml/2006/main">
              <a:ext uri="{FF2B5EF4-FFF2-40B4-BE49-F238E27FC236}">
                <a16:creationId xmlns:a16="http://schemas.microsoft.com/office/drawing/2014/main" id="{11FDB03D-777E-4043-9D71-6D8F86D0E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95216" y="3227381"/>
            <a:ext cx="28194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8E9"/>
          </a:solidFill>
          <a:ln xmlns:a="http://schemas.openxmlformats.org/drawingml/2006/main" w="0">
            <a:noFill/>
          </a:ln>
        </p:spPr>
      </p:sp>
      <p:sp>
        <p:nvSpPr>
          <p:cNvPr id="52" name="AI039-33">
            <a:extLst xmlns:a="http://schemas.openxmlformats.org/drawingml/2006/main">
              <a:ext uri="{FF2B5EF4-FFF2-40B4-BE49-F238E27FC236}">
                <a16:creationId xmlns:a16="http://schemas.microsoft.com/office/drawing/2014/main" id="{8451DC67-55D7-4470-994E-2BEC032AC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95216" y="3732206"/>
            <a:ext cx="2819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8E9"/>
          </a:solidFill>
          <a:ln xmlns:a="http://schemas.openxmlformats.org/drawingml/2006/main" w="0">
            <a:noFill/>
          </a:ln>
        </p:spPr>
      </p:sp>
      <p:sp>
        <p:nvSpPr>
          <p:cNvPr id="53" name="AI039-34">
            <a:extLst xmlns:a="http://schemas.openxmlformats.org/drawingml/2006/main">
              <a:ext uri="{FF2B5EF4-FFF2-40B4-BE49-F238E27FC236}">
                <a16:creationId xmlns:a16="http://schemas.microsoft.com/office/drawing/2014/main" id="{1FBFAE2E-C9FB-4CD5-AFD0-9A92F17E0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24191" y="2427281"/>
            <a:ext cx="26574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28575">
            <a:solidFill>
              <a:srgbClr val="CFD2DB"/>
            </a:solidFill>
          </a:ln>
        </p:spPr>
      </p:sp>
      <p:sp>
        <p:nvSpPr>
          <p:cNvPr id="54" name="Text Tuned Encoder">
            <a:extLst xmlns:a="http://schemas.openxmlformats.org/drawingml/2006/main">
              <a:ext uri="{FF2B5EF4-FFF2-40B4-BE49-F238E27FC236}">
                <a16:creationId xmlns:a16="http://schemas.microsoft.com/office/drawing/2014/main" id="{66B5ABD2-4C0B-400E-A975-493715A37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00391" y="2436806"/>
            <a:ext cx="23907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Tuned Encoder</a:t>
            </a:r>
          </a:p>
        </p:txBody>
      </p:sp>
      <p:sp>
        <p:nvSpPr>
          <p:cNvPr id="55" name="AI039-35">
            <a:extLst xmlns:a="http://schemas.openxmlformats.org/drawingml/2006/main">
              <a:ext uri="{FF2B5EF4-FFF2-40B4-BE49-F238E27FC236}">
                <a16:creationId xmlns:a16="http://schemas.microsoft.com/office/drawing/2014/main" id="{FF503074-3C2F-4B40-A17D-C5B2A405F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81341" y="2636831"/>
            <a:ext cx="23717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8E9"/>
          </a:solidFill>
          <a:ln xmlns:a="http://schemas.openxmlformats.org/drawingml/2006/main" w="0">
            <a:noFill/>
          </a:ln>
        </p:spPr>
      </p:sp>
      <p:sp>
        <p:nvSpPr>
          <p:cNvPr id="56" name="AI039-36">
            <a:extLst xmlns:a="http://schemas.openxmlformats.org/drawingml/2006/main">
              <a:ext uri="{FF2B5EF4-FFF2-40B4-BE49-F238E27FC236}">
                <a16:creationId xmlns:a16="http://schemas.microsoft.com/office/drawing/2014/main" id="{41FCB202-D66D-4A6B-9F6E-C84650CB1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81341" y="3208331"/>
            <a:ext cx="237172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8E9"/>
          </a:solidFill>
          <a:ln xmlns:a="http://schemas.openxmlformats.org/drawingml/2006/main" w="0">
            <a:noFill/>
          </a:ln>
        </p:spPr>
      </p:sp>
      <p:sp>
        <p:nvSpPr>
          <p:cNvPr id="57" name="AI039-37">
            <a:extLst xmlns:a="http://schemas.openxmlformats.org/drawingml/2006/main">
              <a:ext uri="{FF2B5EF4-FFF2-40B4-BE49-F238E27FC236}">
                <a16:creationId xmlns:a16="http://schemas.microsoft.com/office/drawing/2014/main" id="{FA310CB6-FF0A-4B75-95F3-771888CDA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81341" y="3713156"/>
            <a:ext cx="23717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8E9"/>
          </a:solidFill>
          <a:ln xmlns:a="http://schemas.openxmlformats.org/drawingml/2006/main" w="0">
            <a:noFill/>
          </a:ln>
        </p:spPr>
      </p:sp>
      <p:sp>
        <p:nvSpPr>
          <p:cNvPr id="58" name="Gradient latent layer">
            <a:extLst xmlns:a="http://schemas.openxmlformats.org/drawingml/2006/main">
              <a:ext uri="{FF2B5EF4-FFF2-40B4-BE49-F238E27FC236}">
                <a16:creationId xmlns:a16="http://schemas.microsoft.com/office/drawing/2014/main" id="{66C1683F-4FF6-4B4B-B076-F762408C3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81341" y="3713156"/>
            <a:ext cx="2371725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  <ns1:gradFill xmlns:ns1="http://schemas.openxmlformats.org/drawingml/2006/main">
            <ns1:gsLst>
              <ns1:gs pos="0">
                <ns1:srgbClr val="E2E9EE"/>
              </ns1:gs>
              <ns1:gs pos="45000">
                <ns1:srgbClr val="B7CEB4"/>
              </ns1:gs>
              <ns1:gs pos="70000">
                <ns1:srgbClr val="C0D4BE"/>
              </ns1:gs>
              <ns1:gs pos="100000">
                <ns1:srgbClr val="E2E9EE"/>
              </ns1:gs>
            </ns1:gsLst>
            <ns1:lin ang="0" scaled="1"/>
          </ns1:gradFill>
        </p:spPr>
      </p:sp>
      <p:sp>
        <p:nvSpPr>
          <p:cNvPr id="59" name="AI039-38">
            <a:extLst xmlns:a="http://schemas.openxmlformats.org/drawingml/2006/main">
              <a:ext uri="{FF2B5EF4-FFF2-40B4-BE49-F238E27FC236}">
                <a16:creationId xmlns:a16="http://schemas.microsoft.com/office/drawing/2014/main" id="{ABE79314-84A3-4E32-9DDC-2E4918F7C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200766" y="2436806"/>
            <a:ext cx="328612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28575">
            <a:solidFill>
              <a:srgbClr val="CFD2DB"/>
            </a:solidFill>
          </a:ln>
        </p:spPr>
      </p:sp>
      <p:pic>
        <p:nvPicPr>
          <p:cNvPr id="19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7d84c3081147cb"/>
          <a:stretch xmlns:a="http://schemas.openxmlformats.org/drawingml/2006/main"/>
        </p:blipFill>
        <p:spPr>
          <a:xfrm xmlns:a="http://schemas.openxmlformats.org/drawingml/2006/main">
            <a:off x="16253974" y="2436806"/>
            <a:ext cx="188858" cy="238125"/>
          </a:xfrm>
          <a:prstGeom xmlns:a="http://schemas.openxmlformats.org/drawingml/2006/main" prst="rect">
            <a:avLst/>
          </a:prstGeom>
        </p:spPr>
      </p:pic>
      <p:sp>
        <p:nvSpPr>
          <p:cNvPr id="61" name="Text Frozen Decoder">
            <a:extLst xmlns:a="http://schemas.openxmlformats.org/drawingml/2006/main">
              <a:ext uri="{FF2B5EF4-FFF2-40B4-BE49-F238E27FC236}">
                <a16:creationId xmlns:a16="http://schemas.microsoft.com/office/drawing/2014/main" id="{1B2753DC-E23E-4D7E-911F-17883AAE9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38891" y="2446331"/>
            <a:ext cx="3019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Frozen Decoder</a:t>
            </a:r>
          </a:p>
        </p:txBody>
      </p:sp>
      <p:sp>
        <p:nvSpPr>
          <p:cNvPr id="62" name="AI039-39">
            <a:extLst xmlns:a="http://schemas.openxmlformats.org/drawingml/2006/main">
              <a:ext uri="{FF2B5EF4-FFF2-40B4-BE49-F238E27FC236}">
                <a16:creationId xmlns:a16="http://schemas.microsoft.com/office/drawing/2014/main" id="{A580FB1F-CB17-418E-8A2F-9B2ADB813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257916" y="2646356"/>
            <a:ext cx="3000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8E9"/>
          </a:solidFill>
          <a:ln xmlns:a="http://schemas.openxmlformats.org/drawingml/2006/main" w="0">
            <a:noFill/>
          </a:ln>
        </p:spPr>
      </p:sp>
      <p:sp>
        <p:nvSpPr>
          <p:cNvPr id="63" name="AI039-40">
            <a:extLst xmlns:a="http://schemas.openxmlformats.org/drawingml/2006/main">
              <a:ext uri="{FF2B5EF4-FFF2-40B4-BE49-F238E27FC236}">
                <a16:creationId xmlns:a16="http://schemas.microsoft.com/office/drawing/2014/main" id="{EF4313D0-0F9D-4897-A13E-1FE92D7D0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257916" y="3217856"/>
            <a:ext cx="300037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8E9"/>
          </a:solidFill>
          <a:ln xmlns:a="http://schemas.openxmlformats.org/drawingml/2006/main" w="0">
            <a:noFill/>
          </a:ln>
        </p:spPr>
      </p:sp>
      <p:sp>
        <p:nvSpPr>
          <p:cNvPr id="64" name="AI039-41">
            <a:extLst xmlns:a="http://schemas.openxmlformats.org/drawingml/2006/main">
              <a:ext uri="{FF2B5EF4-FFF2-40B4-BE49-F238E27FC236}">
                <a16:creationId xmlns:a16="http://schemas.microsoft.com/office/drawing/2014/main" id="{9D167F23-FEB3-445E-A239-688FE4594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257916" y="3722681"/>
            <a:ext cx="3000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8E9"/>
          </a:solidFill>
          <a:ln xmlns:a="http://schemas.openxmlformats.org/drawingml/2006/main" w="0">
            <a:noFill/>
          </a:ln>
        </p:spPr>
      </p:sp>
      <p:sp>
        <p:nvSpPr>
          <p:cNvPr id="65" name="AI039-42">
            <a:extLst xmlns:a="http://schemas.openxmlformats.org/drawingml/2006/main">
              <a:ext uri="{FF2B5EF4-FFF2-40B4-BE49-F238E27FC236}">
                <a16:creationId xmlns:a16="http://schemas.microsoft.com/office/drawing/2014/main" id="{545EDD16-7548-4A36-B185-D100C44EC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7816" y="3227381"/>
            <a:ext cx="2333625" cy="323850"/>
          </a:xfrm>
          <a:prstGeom xmlns:a="http://schemas.openxmlformats.org/drawingml/2006/main" prst="roundRect">
            <a:avLst>
              <a:gd name="adj" fmla="val 41176"/>
            </a:avLst>
          </a:prstGeom>
          <a:noFill xmlns:a="http://schemas.openxmlformats.org/drawingml/2006/main"/>
          <a:ln xmlns:a="http://schemas.openxmlformats.org/drawingml/2006/main" w="33338">
            <a:solidFill>
              <a:srgbClr val="000000"/>
            </a:solidFill>
            <a:custDash>
              <a:ds d="180000" sp="180000"/>
            </a:custDash>
          </a:ln>
        </p:spPr>
      </p:sp>
      <p:sp>
        <p:nvSpPr>
          <p:cNvPr id="66" name="AI039-43">
            <a:extLst xmlns:a="http://schemas.openxmlformats.org/drawingml/2006/main">
              <a:ext uri="{FF2B5EF4-FFF2-40B4-BE49-F238E27FC236}">
                <a16:creationId xmlns:a16="http://schemas.microsoft.com/office/drawing/2014/main" id="{CA85824E-B33A-4F16-8396-6B5A97CAB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75341" y="3779831"/>
            <a:ext cx="2857500" cy="314325"/>
          </a:xfrm>
          <a:prstGeom xmlns:a="http://schemas.openxmlformats.org/drawingml/2006/main" prst="roundRect">
            <a:avLst>
              <a:gd name="adj" fmla="val 42424"/>
            </a:avLst>
          </a:prstGeom>
          <a:noFill xmlns:a="http://schemas.openxmlformats.org/drawingml/2006/main"/>
          <a:ln xmlns:a="http://schemas.openxmlformats.org/drawingml/2006/main" w="33338">
            <a:solidFill>
              <a:srgbClr val="000000"/>
            </a:solidFill>
            <a:custDash>
              <a:ds d="180000" sp="180000"/>
            </a:custDash>
          </a:ln>
        </p:spPr>
      </p:sp>
      <p:sp>
        <p:nvSpPr>
          <p:cNvPr id="67" name="AI039-44">
            <a:extLst xmlns:a="http://schemas.openxmlformats.org/drawingml/2006/main">
              <a:ext uri="{FF2B5EF4-FFF2-40B4-BE49-F238E27FC236}">
                <a16:creationId xmlns:a16="http://schemas.microsoft.com/office/drawing/2014/main" id="{9202EA54-1300-425C-8EA9-AD60C2298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89916" y="3789356"/>
            <a:ext cx="542925" cy="314325"/>
          </a:xfrm>
          <a:prstGeom xmlns:a="http://schemas.openxmlformats.org/drawingml/2006/main" prst="roundRect">
            <a:avLst>
              <a:gd name="adj" fmla="val 42424"/>
            </a:avLst>
          </a:prstGeom>
          <a:noFill xmlns:a="http://schemas.openxmlformats.org/drawingml/2006/main"/>
          <a:ln xmlns:a="http://schemas.openxmlformats.org/drawingml/2006/main" w="33338">
            <a:solidFill>
              <a:srgbClr val="F87924"/>
            </a:solidFill>
            <a:custDash>
              <a:ds d="180000" sp="180000"/>
            </a:custDash>
          </a:ln>
        </p:spPr>
      </p:sp>
      <p:sp>
        <p:nvSpPr>
          <p:cNvPr id="68" name="AI039-45">
            <a:extLst xmlns:a="http://schemas.openxmlformats.org/drawingml/2006/main">
              <a:ext uri="{FF2B5EF4-FFF2-40B4-BE49-F238E27FC236}">
                <a16:creationId xmlns:a16="http://schemas.microsoft.com/office/drawing/2014/main" id="{2321F832-4C06-40CA-9CC5-31C89B9A0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28166" y="3217856"/>
            <a:ext cx="2324100" cy="314325"/>
          </a:xfrm>
          <a:prstGeom xmlns:a="http://schemas.openxmlformats.org/drawingml/2006/main" prst="roundRect">
            <a:avLst>
              <a:gd name="adj" fmla="val 42424"/>
            </a:avLst>
          </a:prstGeom>
          <a:solidFill xmlns:a="http://schemas.openxmlformats.org/drawingml/2006/main">
            <a:srgbClr val="B3C9B4"/>
          </a:solidFill>
          <a:ln xmlns:a="http://schemas.openxmlformats.org/drawingml/2006/main" w="33338">
            <a:solidFill>
              <a:srgbClr val="34771D"/>
            </a:solidFill>
            <a:custDash>
              <a:ds d="180000" sp="180000"/>
            </a:custDash>
          </a:ln>
        </p:spPr>
      </p:sp>
      <p:sp>
        <p:nvSpPr>
          <p:cNvPr id="69" name="AI039-46">
            <a:extLst xmlns:a="http://schemas.openxmlformats.org/drawingml/2006/main">
              <a:ext uri="{FF2B5EF4-FFF2-40B4-BE49-F238E27FC236}">
                <a16:creationId xmlns:a16="http://schemas.microsoft.com/office/drawing/2014/main" id="{7193275C-CF19-4D1F-AF52-844A1BB1C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85691" y="3751256"/>
            <a:ext cx="2305050" cy="323850"/>
          </a:xfrm>
          <a:prstGeom xmlns:a="http://schemas.openxmlformats.org/drawingml/2006/main" prst="roundRect">
            <a:avLst>
              <a:gd name="adj" fmla="val 41176"/>
            </a:avLst>
          </a:prstGeom>
          <a:noFill xmlns:a="http://schemas.openxmlformats.org/drawingml/2006/main"/>
          <a:ln xmlns:a="http://schemas.openxmlformats.org/drawingml/2006/main" w="33338">
            <a:solidFill>
              <a:srgbClr val="000000"/>
            </a:solidFill>
            <a:custDash>
              <a:ds d="180000" sp="180000"/>
            </a:custDash>
          </a:ln>
        </p:spPr>
      </p:sp>
      <p:sp>
        <p:nvSpPr>
          <p:cNvPr id="70" name="AI039-47">
            <a:extLst xmlns:a="http://schemas.openxmlformats.org/drawingml/2006/main">
              <a:ext uri="{FF2B5EF4-FFF2-40B4-BE49-F238E27FC236}">
                <a16:creationId xmlns:a16="http://schemas.microsoft.com/office/drawing/2014/main" id="{A1B20AB1-F6B6-4852-AA83-D0CC0D13B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28966" y="3208331"/>
            <a:ext cx="2324100" cy="33337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B3C9B4"/>
          </a:solidFill>
          <a:ln xmlns:a="http://schemas.openxmlformats.org/drawingml/2006/main" w="33338">
            <a:solidFill>
              <a:srgbClr val="34771D"/>
            </a:solidFill>
            <a:custDash>
              <a:ds d="180000" sp="180000"/>
            </a:custDash>
          </a:ln>
        </p:spPr>
      </p:sp>
      <p:sp>
        <p:nvSpPr>
          <p:cNvPr id="71" name="AI039-48">
            <a:extLst xmlns:a="http://schemas.openxmlformats.org/drawingml/2006/main">
              <a:ext uri="{FF2B5EF4-FFF2-40B4-BE49-F238E27FC236}">
                <a16:creationId xmlns:a16="http://schemas.microsoft.com/office/drawing/2014/main" id="{AEC6308F-A86D-43C0-8037-20A121531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286491" y="3751256"/>
            <a:ext cx="2333625" cy="314325"/>
          </a:xfrm>
          <a:prstGeom xmlns:a="http://schemas.openxmlformats.org/drawingml/2006/main" prst="roundRect">
            <a:avLst>
              <a:gd name="adj" fmla="val 42424"/>
            </a:avLst>
          </a:prstGeom>
          <a:solidFill xmlns:a="http://schemas.openxmlformats.org/drawingml/2006/main">
            <a:srgbClr val="B3C9B4"/>
          </a:solidFill>
          <a:ln xmlns:a="http://schemas.openxmlformats.org/drawingml/2006/main" w="33338">
            <a:solidFill>
              <a:srgbClr val="34771D"/>
            </a:solidFill>
            <a:custDash>
              <a:ds d="180000" sp="180000"/>
            </a:custDash>
          </a:ln>
        </p:spPr>
      </p:sp>
      <p:sp>
        <p:nvSpPr>
          <p:cNvPr id="72" name="AI039-49">
            <a:extLst xmlns:a="http://schemas.openxmlformats.org/drawingml/2006/main">
              <a:ext uri="{FF2B5EF4-FFF2-40B4-BE49-F238E27FC236}">
                <a16:creationId xmlns:a16="http://schemas.microsoft.com/office/drawing/2014/main" id="{52D1C415-EE39-4230-9EDE-3EE09308D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696316" y="3760781"/>
            <a:ext cx="552450" cy="314325"/>
          </a:xfrm>
          <a:prstGeom xmlns:a="http://schemas.openxmlformats.org/drawingml/2006/main" prst="roundRect">
            <a:avLst>
              <a:gd name="adj" fmla="val 42424"/>
            </a:avLst>
          </a:prstGeom>
          <a:noFill xmlns:a="http://schemas.openxmlformats.org/drawingml/2006/main"/>
          <a:ln xmlns:a="http://schemas.openxmlformats.org/drawingml/2006/main" w="33338">
            <a:solidFill>
              <a:srgbClr val="F87924"/>
            </a:solidFill>
            <a:custDash>
              <a:ds d="180000" sp="180000"/>
            </a:custDash>
          </a:ln>
        </p:spPr>
      </p:sp>
      <p:sp>
        <p:nvSpPr>
          <p:cNvPr id="73" name="AI039-path-50">
            <a:extLst xmlns:a="http://schemas.openxmlformats.org/drawingml/2006/main">
              <a:ext uri="{FF2B5EF4-FFF2-40B4-BE49-F238E27FC236}">
                <a16:creationId xmlns:a16="http://schemas.microsoft.com/office/drawing/2014/main" id="{4112429D-FA05-474E-8DE6-9BD1329D2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2866" y="2684456"/>
            <a:ext cx="95" cy="1295400"/>
          </a:xfrm>
          <a:custGeom xmlns:a="http://schemas.openxmlformats.org/drawingml/2006/main">
            <a:pathLst>
              <a:path w="95" h="1295400">
                <a:moveTo>
                  <a:pt x="0" y="12954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234F7D"/>
            </a:solidFill>
          </a:ln>
        </p:spPr>
      </p:sp>
      <p:sp>
        <p:nvSpPr>
          <p:cNvPr id="74" name="AI039-path-51">
            <a:extLst xmlns:a="http://schemas.openxmlformats.org/drawingml/2006/main">
              <a:ext uri="{FF2B5EF4-FFF2-40B4-BE49-F238E27FC236}">
                <a16:creationId xmlns:a16="http://schemas.microsoft.com/office/drawing/2014/main" id="{72A031F7-5E6C-49E1-98FA-CC3B3F555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9481" y="2684456"/>
            <a:ext cx="166769" cy="181816"/>
          </a:xfrm>
          <a:custGeom xmlns:a="http://schemas.openxmlformats.org/drawingml/2006/main">
            <a:pathLst>
              <a:path w="166769" h="181816">
                <a:moveTo>
                  <a:pt x="166769" y="181816"/>
                </a:moveTo>
                <a:lnTo>
                  <a:pt x="83385" y="0"/>
                </a:lnTo>
                <a:lnTo>
                  <a:pt x="0" y="181816"/>
                </a:lnTo>
                <a:close/>
              </a:path>
            </a:pathLst>
          </a:custGeom>
          <a:solidFill xmlns:a="http://schemas.openxmlformats.org/drawingml/2006/main">
            <a:srgbClr val="234F7D"/>
          </a:solidFill>
          <a:ln xmlns:a="http://schemas.openxmlformats.org/drawingml/2006/main" w="0">
            <a:noFill/>
          </a:ln>
        </p:spPr>
      </p:sp>
      <p:sp>
        <p:nvSpPr>
          <p:cNvPr id="75" name="AI039-path-52">
            <a:extLst xmlns:a="http://schemas.openxmlformats.org/drawingml/2006/main">
              <a:ext uri="{FF2B5EF4-FFF2-40B4-BE49-F238E27FC236}">
                <a16:creationId xmlns:a16="http://schemas.microsoft.com/office/drawing/2014/main" id="{1CC2D105-8AC1-492E-9BC5-4DBEDA0EC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1716" y="2008181"/>
            <a:ext cx="95" cy="409575"/>
          </a:xfrm>
          <a:custGeom xmlns:a="http://schemas.openxmlformats.org/drawingml/2006/main">
            <a:pathLst>
              <a:path w="95" h="409575">
                <a:moveTo>
                  <a:pt x="0" y="409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0">
            <a:solidFill>
              <a:srgbClr val="234F7D"/>
            </a:solidFill>
          </a:ln>
        </p:spPr>
      </p:sp>
      <p:sp>
        <p:nvSpPr>
          <p:cNvPr id="76" name="AI039-path-53">
            <a:extLst xmlns:a="http://schemas.openxmlformats.org/drawingml/2006/main">
              <a:ext uri="{FF2B5EF4-FFF2-40B4-BE49-F238E27FC236}">
                <a16:creationId xmlns:a16="http://schemas.microsoft.com/office/drawing/2014/main" id="{ADBDAB85-3D5C-4079-8A4F-95DAA5BAB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2448" y="2008181"/>
            <a:ext cx="198535" cy="216447"/>
          </a:xfrm>
          <a:custGeom xmlns:a="http://schemas.openxmlformats.org/drawingml/2006/main">
            <a:pathLst>
              <a:path w="198535" h="216447">
                <a:moveTo>
                  <a:pt x="198535" y="216447"/>
                </a:moveTo>
                <a:lnTo>
                  <a:pt x="99267" y="0"/>
                </a:lnTo>
                <a:lnTo>
                  <a:pt x="0" y="216447"/>
                </a:lnTo>
                <a:close/>
              </a:path>
            </a:pathLst>
          </a:custGeom>
          <a:solidFill xmlns:a="http://schemas.openxmlformats.org/drawingml/2006/main">
            <a:srgbClr val="234F7D"/>
          </a:solidFill>
          <a:ln xmlns:a="http://schemas.openxmlformats.org/drawingml/2006/main" w="0">
            <a:noFill/>
          </a:ln>
        </p:spPr>
      </p:sp>
      <p:sp>
        <p:nvSpPr>
          <p:cNvPr id="77" name="AI039-path-54">
            <a:extLst xmlns:a="http://schemas.openxmlformats.org/drawingml/2006/main">
              <a:ext uri="{FF2B5EF4-FFF2-40B4-BE49-F238E27FC236}">
                <a16:creationId xmlns:a16="http://schemas.microsoft.com/office/drawing/2014/main" id="{DF940D1C-EC42-4AB3-9345-DC52771C6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53341" y="2008181"/>
            <a:ext cx="95" cy="409575"/>
          </a:xfrm>
          <a:custGeom xmlns:a="http://schemas.openxmlformats.org/drawingml/2006/main">
            <a:pathLst>
              <a:path w="95" h="409575">
                <a:moveTo>
                  <a:pt x="0" y="409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0">
            <a:solidFill>
              <a:srgbClr val="34771D"/>
            </a:solidFill>
          </a:ln>
        </p:spPr>
      </p:sp>
      <p:sp>
        <p:nvSpPr>
          <p:cNvPr id="78" name="AI039-path-55">
            <a:extLst xmlns:a="http://schemas.openxmlformats.org/drawingml/2006/main">
              <a:ext uri="{FF2B5EF4-FFF2-40B4-BE49-F238E27FC236}">
                <a16:creationId xmlns:a16="http://schemas.microsoft.com/office/drawing/2014/main" id="{5249BA08-9433-413B-86F3-0BAC64D0F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54073" y="2008181"/>
            <a:ext cx="198535" cy="216447"/>
          </a:xfrm>
          <a:custGeom xmlns:a="http://schemas.openxmlformats.org/drawingml/2006/main">
            <a:pathLst>
              <a:path w="198535" h="216447">
                <a:moveTo>
                  <a:pt x="198535" y="216447"/>
                </a:moveTo>
                <a:lnTo>
                  <a:pt x="99267" y="0"/>
                </a:lnTo>
                <a:lnTo>
                  <a:pt x="0" y="216447"/>
                </a:lnTo>
                <a:close/>
              </a:path>
            </a:pathLst>
          </a:custGeom>
          <a:solidFill xmlns:a="http://schemas.openxmlformats.org/drawingml/2006/main">
            <a:srgbClr val="34771D"/>
          </a:solidFill>
          <a:ln xmlns:a="http://schemas.openxmlformats.org/drawingml/2006/main" w="0">
            <a:noFill/>
          </a:ln>
        </p:spPr>
      </p:sp>
      <p:sp>
        <p:nvSpPr>
          <p:cNvPr id="79" name="AI039-path-56">
            <a:extLst xmlns:a="http://schemas.openxmlformats.org/drawingml/2006/main">
              <a:ext uri="{FF2B5EF4-FFF2-40B4-BE49-F238E27FC236}">
                <a16:creationId xmlns:a16="http://schemas.microsoft.com/office/drawing/2014/main" id="{063A72A4-A183-492C-B93D-04492AB1A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4491" y="2655881"/>
            <a:ext cx="95" cy="1333500"/>
          </a:xfrm>
          <a:custGeom xmlns:a="http://schemas.openxmlformats.org/drawingml/2006/main">
            <a:pathLst>
              <a:path w="95" h="1333500">
                <a:moveTo>
                  <a:pt x="0" y="13335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34771D"/>
            </a:solidFill>
          </a:ln>
        </p:spPr>
      </p:sp>
      <p:sp>
        <p:nvSpPr>
          <p:cNvPr id="80" name="AI039-path-57">
            <a:extLst xmlns:a="http://schemas.openxmlformats.org/drawingml/2006/main">
              <a:ext uri="{FF2B5EF4-FFF2-40B4-BE49-F238E27FC236}">
                <a16:creationId xmlns:a16="http://schemas.microsoft.com/office/drawing/2014/main" id="{B35F84C4-05D5-409D-BF65-42E1DA003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55077" y="2655881"/>
            <a:ext cx="158828" cy="173158"/>
          </a:xfrm>
          <a:custGeom xmlns:a="http://schemas.openxmlformats.org/drawingml/2006/main">
            <a:pathLst>
              <a:path w="158828" h="173158">
                <a:moveTo>
                  <a:pt x="158828" y="173158"/>
                </a:moveTo>
                <a:lnTo>
                  <a:pt x="79414" y="0"/>
                </a:lnTo>
                <a:lnTo>
                  <a:pt x="0" y="173158"/>
                </a:lnTo>
                <a:close/>
              </a:path>
            </a:pathLst>
          </a:custGeom>
          <a:solidFill xmlns:a="http://schemas.openxmlformats.org/drawingml/2006/main">
            <a:srgbClr val="34771D"/>
          </a:solidFill>
          <a:ln xmlns:a="http://schemas.openxmlformats.org/drawingml/2006/main" w="0">
            <a:noFill/>
          </a:ln>
        </p:spPr>
      </p:sp>
      <p:sp>
        <p:nvSpPr>
          <p:cNvPr id="81" name="AI039-path-58">
            <a:extLst xmlns:a="http://schemas.openxmlformats.org/drawingml/2006/main">
              <a:ext uri="{FF2B5EF4-FFF2-40B4-BE49-F238E27FC236}">
                <a16:creationId xmlns:a16="http://schemas.microsoft.com/office/drawing/2014/main" id="{9E0CF605-0D0F-4C32-BA08-E6679D925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4766" y="3370256"/>
            <a:ext cx="838200" cy="600075"/>
          </a:xfrm>
          <a:custGeom xmlns:a="http://schemas.openxmlformats.org/drawingml/2006/main">
            <a:pathLst>
              <a:path w="838200" h="600075">
                <a:moveTo>
                  <a:pt x="0" y="0"/>
                </a:moveTo>
                <a:lnTo>
                  <a:pt x="3710" y="13145"/>
                </a:lnTo>
                <a:lnTo>
                  <a:pt x="7692" y="26146"/>
                </a:lnTo>
                <a:lnTo>
                  <a:pt x="11944" y="39005"/>
                </a:lnTo>
                <a:lnTo>
                  <a:pt x="16460" y="51721"/>
                </a:lnTo>
                <a:lnTo>
                  <a:pt x="21238" y="64294"/>
                </a:lnTo>
                <a:lnTo>
                  <a:pt x="26273" y="76724"/>
                </a:lnTo>
                <a:lnTo>
                  <a:pt x="31562" y="89011"/>
                </a:lnTo>
                <a:lnTo>
                  <a:pt x="37100" y="101156"/>
                </a:lnTo>
                <a:lnTo>
                  <a:pt x="42883" y="113157"/>
                </a:lnTo>
                <a:lnTo>
                  <a:pt x="48909" y="125016"/>
                </a:lnTo>
                <a:lnTo>
                  <a:pt x="55172" y="136731"/>
                </a:lnTo>
                <a:lnTo>
                  <a:pt x="61668" y="148304"/>
                </a:lnTo>
                <a:lnTo>
                  <a:pt x="68395" y="159734"/>
                </a:lnTo>
                <a:lnTo>
                  <a:pt x="75348" y="171021"/>
                </a:lnTo>
                <a:lnTo>
                  <a:pt x="82523" y="182166"/>
                </a:lnTo>
                <a:lnTo>
                  <a:pt x="89916" y="193167"/>
                </a:lnTo>
                <a:lnTo>
                  <a:pt x="97523" y="204025"/>
                </a:lnTo>
                <a:lnTo>
                  <a:pt x="105341" y="214741"/>
                </a:lnTo>
                <a:lnTo>
                  <a:pt x="113366" y="225314"/>
                </a:lnTo>
                <a:lnTo>
                  <a:pt x="121593" y="235744"/>
                </a:lnTo>
                <a:lnTo>
                  <a:pt x="130018" y="246031"/>
                </a:lnTo>
                <a:lnTo>
                  <a:pt x="138639" y="256175"/>
                </a:lnTo>
                <a:lnTo>
                  <a:pt x="147450" y="266176"/>
                </a:lnTo>
                <a:lnTo>
                  <a:pt x="156448" y="276034"/>
                </a:lnTo>
                <a:lnTo>
                  <a:pt x="165629" y="285750"/>
                </a:lnTo>
                <a:lnTo>
                  <a:pt x="174990" y="295323"/>
                </a:lnTo>
                <a:lnTo>
                  <a:pt x="184526" y="304752"/>
                </a:lnTo>
                <a:lnTo>
                  <a:pt x="194233" y="314039"/>
                </a:lnTo>
                <a:lnTo>
                  <a:pt x="204107" y="323183"/>
                </a:lnTo>
                <a:lnTo>
                  <a:pt x="214145" y="332184"/>
                </a:lnTo>
                <a:lnTo>
                  <a:pt x="224343" y="341043"/>
                </a:lnTo>
                <a:lnTo>
                  <a:pt x="234696" y="349758"/>
                </a:lnTo>
                <a:lnTo>
                  <a:pt x="245201" y="358331"/>
                </a:lnTo>
                <a:lnTo>
                  <a:pt x="255854" y="366760"/>
                </a:lnTo>
                <a:lnTo>
                  <a:pt x="266651" y="375047"/>
                </a:lnTo>
                <a:lnTo>
                  <a:pt x="277588" y="383191"/>
                </a:lnTo>
                <a:lnTo>
                  <a:pt x="288662" y="391192"/>
                </a:lnTo>
                <a:lnTo>
                  <a:pt x="299867" y="399050"/>
                </a:lnTo>
                <a:lnTo>
                  <a:pt x="311201" y="406765"/>
                </a:lnTo>
                <a:lnTo>
                  <a:pt x="322659" y="414338"/>
                </a:lnTo>
                <a:lnTo>
                  <a:pt x="334238" y="421767"/>
                </a:lnTo>
                <a:lnTo>
                  <a:pt x="345934" y="429054"/>
                </a:lnTo>
                <a:lnTo>
                  <a:pt x="357742" y="436197"/>
                </a:lnTo>
                <a:lnTo>
                  <a:pt x="369659" y="443198"/>
                </a:lnTo>
                <a:lnTo>
                  <a:pt x="381681" y="450056"/>
                </a:lnTo>
                <a:lnTo>
                  <a:pt x="393804" y="456771"/>
                </a:lnTo>
                <a:lnTo>
                  <a:pt x="406025" y="463344"/>
                </a:lnTo>
                <a:lnTo>
                  <a:pt x="418338" y="469773"/>
                </a:lnTo>
                <a:lnTo>
                  <a:pt x="430741" y="476060"/>
                </a:lnTo>
                <a:lnTo>
                  <a:pt x="443229" y="482203"/>
                </a:lnTo>
                <a:lnTo>
                  <a:pt x="455798" y="488204"/>
                </a:lnTo>
                <a:lnTo>
                  <a:pt x="468445" y="494062"/>
                </a:lnTo>
                <a:lnTo>
                  <a:pt x="481166" y="499777"/>
                </a:lnTo>
                <a:lnTo>
                  <a:pt x="493957" y="505349"/>
                </a:lnTo>
                <a:lnTo>
                  <a:pt x="506813" y="510778"/>
                </a:lnTo>
                <a:lnTo>
                  <a:pt x="519732" y="516064"/>
                </a:lnTo>
                <a:lnTo>
                  <a:pt x="532708" y="521208"/>
                </a:lnTo>
                <a:lnTo>
                  <a:pt x="545739" y="526209"/>
                </a:lnTo>
                <a:lnTo>
                  <a:pt x="558819" y="531066"/>
                </a:lnTo>
                <a:lnTo>
                  <a:pt x="571946" y="535781"/>
                </a:lnTo>
                <a:lnTo>
                  <a:pt x="585116" y="540353"/>
                </a:lnTo>
                <a:lnTo>
                  <a:pt x="598324" y="544782"/>
                </a:lnTo>
                <a:lnTo>
                  <a:pt x="611567" y="549069"/>
                </a:lnTo>
                <a:lnTo>
                  <a:pt x="624840" y="553212"/>
                </a:lnTo>
                <a:lnTo>
                  <a:pt x="638140" y="557213"/>
                </a:lnTo>
                <a:lnTo>
                  <a:pt x="651463" y="561070"/>
                </a:lnTo>
                <a:lnTo>
                  <a:pt x="664805" y="564785"/>
                </a:lnTo>
                <a:lnTo>
                  <a:pt x="678162" y="568357"/>
                </a:lnTo>
                <a:lnTo>
                  <a:pt x="691530" y="571786"/>
                </a:lnTo>
                <a:lnTo>
                  <a:pt x="704906" y="575072"/>
                </a:lnTo>
                <a:lnTo>
                  <a:pt x="718285" y="578215"/>
                </a:lnTo>
                <a:lnTo>
                  <a:pt x="731663" y="581216"/>
                </a:lnTo>
                <a:lnTo>
                  <a:pt x="745037" y="584073"/>
                </a:lnTo>
                <a:lnTo>
                  <a:pt x="758402" y="586788"/>
                </a:lnTo>
                <a:lnTo>
                  <a:pt x="771755" y="589359"/>
                </a:lnTo>
                <a:lnTo>
                  <a:pt x="785092" y="591788"/>
                </a:lnTo>
                <a:lnTo>
                  <a:pt x="798409" y="594074"/>
                </a:lnTo>
                <a:lnTo>
                  <a:pt x="811702" y="596217"/>
                </a:lnTo>
                <a:lnTo>
                  <a:pt x="824967" y="598218"/>
                </a:lnTo>
                <a:lnTo>
                  <a:pt x="838200" y="600075"/>
                </a:lnTo>
              </a:path>
            </a:pathLst>
          </a:custGeom>
          <a:noFill xmlns:a="http://schemas.openxmlformats.org/drawingml/2006/main"/>
          <a:ln xmlns:a="http://schemas.openxmlformats.org/drawingml/2006/main" w="33338">
            <a:solidFill>
              <a:srgbClr val="000000"/>
            </a:solidFill>
          </a:ln>
        </p:spPr>
      </p:sp>
      <p:sp>
        <p:nvSpPr>
          <p:cNvPr id="82" name="AI039-path-59">
            <a:extLst xmlns:a="http://schemas.openxmlformats.org/drawingml/2006/main">
              <a:ext uri="{FF2B5EF4-FFF2-40B4-BE49-F238E27FC236}">
                <a16:creationId xmlns:a16="http://schemas.microsoft.com/office/drawing/2014/main" id="{4D6212CC-EA4C-414B-884F-555DB1C2E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8067" y="3883726"/>
            <a:ext cx="154898" cy="133788"/>
          </a:xfrm>
          <a:custGeom xmlns:a="http://schemas.openxmlformats.org/drawingml/2006/main">
            <a:pathLst>
              <a:path w="154898" h="133788">
                <a:moveTo>
                  <a:pt x="0" y="133788"/>
                </a:moveTo>
                <a:lnTo>
                  <a:pt x="154898" y="86604"/>
                </a:lnTo>
                <a:lnTo>
                  <a:pt x="18079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83" name="Text layer-wise&#10;tracing">
            <a:extLst xmlns:a="http://schemas.openxmlformats.org/drawingml/2006/main">
              <a:ext uri="{FF2B5EF4-FFF2-40B4-BE49-F238E27FC236}">
                <a16:creationId xmlns:a16="http://schemas.microsoft.com/office/drawing/2014/main" id="{A7C8FFFC-98E4-4C29-B745-B959D64D7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460000">
            <a:off x="2675266" y="3027356"/>
            <a:ext cx="1943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layer-wise</a:t>
            </a:r>
          </a:p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tracing</a:t>
            </a:r>
          </a:p>
        </p:txBody>
      </p:sp>
      <p:sp>
        <p:nvSpPr>
          <p:cNvPr id="84" name="AI039-path-60">
            <a:extLst xmlns:a="http://schemas.openxmlformats.org/drawingml/2006/main">
              <a:ext uri="{FF2B5EF4-FFF2-40B4-BE49-F238E27FC236}">
                <a16:creationId xmlns:a16="http://schemas.microsoft.com/office/drawing/2014/main" id="{1416D680-25FB-44ED-A234-A21718251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5591" y="3455981"/>
            <a:ext cx="95" cy="619125"/>
          </a:xfrm>
          <a:custGeom xmlns:a="http://schemas.openxmlformats.org/drawingml/2006/main">
            <a:pathLst>
              <a:path w="95" h="619125">
                <a:moveTo>
                  <a:pt x="0" y="0"/>
                </a:moveTo>
                <a:lnTo>
                  <a:pt x="0" y="619125"/>
                </a:lnTo>
              </a:path>
            </a:pathLst>
          </a:custGeom>
          <a:noFill xmlns:a="http://schemas.openxmlformats.org/drawingml/2006/main"/>
          <a:ln xmlns:a="http://schemas.openxmlformats.org/drawingml/2006/main" w="33338">
            <a:solidFill>
              <a:srgbClr val="34771D"/>
            </a:solidFill>
          </a:ln>
        </p:spPr>
      </p:sp>
      <p:sp>
        <p:nvSpPr>
          <p:cNvPr id="85" name="AI039-path-61">
            <a:extLst xmlns:a="http://schemas.openxmlformats.org/drawingml/2006/main">
              <a:ext uri="{FF2B5EF4-FFF2-40B4-BE49-F238E27FC236}">
                <a16:creationId xmlns:a16="http://schemas.microsoft.com/office/drawing/2014/main" id="{46AF491F-A962-4890-B480-8F639025D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8089" y="3927922"/>
            <a:ext cx="135004" cy="147184"/>
          </a:xfrm>
          <a:custGeom xmlns:a="http://schemas.openxmlformats.org/drawingml/2006/main">
            <a:pathLst>
              <a:path w="135004" h="147184">
                <a:moveTo>
                  <a:pt x="0" y="0"/>
                </a:moveTo>
                <a:lnTo>
                  <a:pt x="67502" y="147184"/>
                </a:lnTo>
                <a:lnTo>
                  <a:pt x="135004" y="0"/>
                </a:lnTo>
                <a:close/>
              </a:path>
            </a:pathLst>
          </a:custGeom>
          <a:solidFill xmlns:a="http://schemas.openxmlformats.org/drawingml/2006/main">
            <a:srgbClr val="34771D"/>
          </a:solidFill>
          <a:ln xmlns:a="http://schemas.openxmlformats.org/drawingml/2006/main" w="0">
            <a:noFill/>
          </a:ln>
        </p:spPr>
      </p:sp>
      <p:sp>
        <p:nvSpPr>
          <p:cNvPr id="86" name="Text aligning">
            <a:extLst xmlns:a="http://schemas.openxmlformats.org/drawingml/2006/main">
              <a:ext uri="{FF2B5EF4-FFF2-40B4-BE49-F238E27FC236}">
                <a16:creationId xmlns:a16="http://schemas.microsoft.com/office/drawing/2014/main" id="{B6B835C2-77C7-4C6B-AD70-CD7F51F40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04491" y="3503606"/>
            <a:ext cx="1381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4771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4771D"/>
                </a:solidFill>
                <a:latin typeface="Arial"/>
                <a:ea typeface="Arial"/>
                <a:cs typeface="Arial"/>
              </a:rPr>
              <a:t>aligning</a:t>
            </a:r>
          </a:p>
        </p:txBody>
      </p:sp>
      <p:sp>
        <p:nvSpPr>
          <p:cNvPr id="87" name="AI039-path-62">
            <a:extLst xmlns:a="http://schemas.openxmlformats.org/drawingml/2006/main">
              <a:ext uri="{FF2B5EF4-FFF2-40B4-BE49-F238E27FC236}">
                <a16:creationId xmlns:a16="http://schemas.microsoft.com/office/drawing/2014/main" id="{94C3FA34-D446-4777-8A22-0771E08F2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5716" y="2503481"/>
            <a:ext cx="2667000" cy="1466850"/>
          </a:xfrm>
          <a:custGeom xmlns:a="http://schemas.openxmlformats.org/drawingml/2006/main">
            <a:pathLst>
              <a:path w="2667000" h="1466850">
                <a:moveTo>
                  <a:pt x="2667000" y="0"/>
                </a:moveTo>
                <a:lnTo>
                  <a:pt x="2655430" y="21162"/>
                </a:lnTo>
                <a:lnTo>
                  <a:pt x="2643573" y="42493"/>
                </a:lnTo>
                <a:lnTo>
                  <a:pt x="2631419" y="63984"/>
                </a:lnTo>
                <a:lnTo>
                  <a:pt x="2618957" y="85626"/>
                </a:lnTo>
                <a:lnTo>
                  <a:pt x="2606178" y="107410"/>
                </a:lnTo>
                <a:lnTo>
                  <a:pt x="2593072" y="129326"/>
                </a:lnTo>
                <a:lnTo>
                  <a:pt x="2579627" y="151364"/>
                </a:lnTo>
                <a:lnTo>
                  <a:pt x="2565835" y="173517"/>
                </a:lnTo>
                <a:lnTo>
                  <a:pt x="2551685" y="195774"/>
                </a:lnTo>
                <a:lnTo>
                  <a:pt x="2537166" y="218126"/>
                </a:lnTo>
                <a:lnTo>
                  <a:pt x="2522269" y="240564"/>
                </a:lnTo>
                <a:lnTo>
                  <a:pt x="2506984" y="263079"/>
                </a:lnTo>
                <a:lnTo>
                  <a:pt x="2491299" y="285662"/>
                </a:lnTo>
                <a:lnTo>
                  <a:pt x="2475206" y="308302"/>
                </a:lnTo>
                <a:lnTo>
                  <a:pt x="2458694" y="330991"/>
                </a:lnTo>
                <a:lnTo>
                  <a:pt x="2441753" y="353720"/>
                </a:lnTo>
                <a:lnTo>
                  <a:pt x="2424372" y="376480"/>
                </a:lnTo>
                <a:lnTo>
                  <a:pt x="2406542" y="399260"/>
                </a:lnTo>
                <a:lnTo>
                  <a:pt x="2388252" y="422052"/>
                </a:lnTo>
                <a:lnTo>
                  <a:pt x="2369493" y="444847"/>
                </a:lnTo>
                <a:lnTo>
                  <a:pt x="2350253" y="467635"/>
                </a:lnTo>
                <a:lnTo>
                  <a:pt x="2330523" y="490408"/>
                </a:lnTo>
                <a:lnTo>
                  <a:pt x="2310293" y="513155"/>
                </a:lnTo>
                <a:lnTo>
                  <a:pt x="2289553" y="535867"/>
                </a:lnTo>
                <a:lnTo>
                  <a:pt x="2268292" y="558536"/>
                </a:lnTo>
                <a:lnTo>
                  <a:pt x="2246500" y="581151"/>
                </a:lnTo>
                <a:lnTo>
                  <a:pt x="2224167" y="603705"/>
                </a:lnTo>
                <a:lnTo>
                  <a:pt x="2201283" y="626187"/>
                </a:lnTo>
                <a:lnTo>
                  <a:pt x="2177838" y="648588"/>
                </a:lnTo>
                <a:lnTo>
                  <a:pt x="2153822" y="670899"/>
                </a:lnTo>
                <a:lnTo>
                  <a:pt x="2129224" y="693110"/>
                </a:lnTo>
                <a:lnTo>
                  <a:pt x="2104034" y="715213"/>
                </a:lnTo>
                <a:lnTo>
                  <a:pt x="2078243" y="737198"/>
                </a:lnTo>
                <a:lnTo>
                  <a:pt x="2051839" y="759056"/>
                </a:lnTo>
                <a:lnTo>
                  <a:pt x="2024814" y="780778"/>
                </a:lnTo>
                <a:lnTo>
                  <a:pt x="1997156" y="802354"/>
                </a:lnTo>
                <a:lnTo>
                  <a:pt x="1968855" y="823775"/>
                </a:lnTo>
                <a:lnTo>
                  <a:pt x="1939902" y="845032"/>
                </a:lnTo>
                <a:lnTo>
                  <a:pt x="1910286" y="866115"/>
                </a:lnTo>
                <a:lnTo>
                  <a:pt x="1879997" y="887016"/>
                </a:lnTo>
                <a:lnTo>
                  <a:pt x="1849025" y="907724"/>
                </a:lnTo>
                <a:lnTo>
                  <a:pt x="1817359" y="928232"/>
                </a:lnTo>
                <a:lnTo>
                  <a:pt x="1784991" y="948529"/>
                </a:lnTo>
                <a:lnTo>
                  <a:pt x="1751908" y="968606"/>
                </a:lnTo>
                <a:lnTo>
                  <a:pt x="1718102" y="988454"/>
                </a:lnTo>
                <a:lnTo>
                  <a:pt x="1683562" y="1008063"/>
                </a:lnTo>
                <a:lnTo>
                  <a:pt x="1648278" y="1027425"/>
                </a:lnTo>
                <a:lnTo>
                  <a:pt x="1612240" y="1046531"/>
                </a:lnTo>
                <a:lnTo>
                  <a:pt x="1575437" y="1065370"/>
                </a:lnTo>
                <a:lnTo>
                  <a:pt x="1537860" y="1083934"/>
                </a:lnTo>
                <a:lnTo>
                  <a:pt x="1499498" y="1102213"/>
                </a:lnTo>
                <a:lnTo>
                  <a:pt x="1460341" y="1120198"/>
                </a:lnTo>
                <a:lnTo>
                  <a:pt x="1420379" y="1137880"/>
                </a:lnTo>
                <a:lnTo>
                  <a:pt x="1379602" y="1155250"/>
                </a:lnTo>
                <a:lnTo>
                  <a:pt x="1338000" y="1172298"/>
                </a:lnTo>
                <a:lnTo>
                  <a:pt x="1295562" y="1189015"/>
                </a:lnTo>
                <a:lnTo>
                  <a:pt x="1252278" y="1205392"/>
                </a:lnTo>
                <a:lnTo>
                  <a:pt x="1208139" y="1221419"/>
                </a:lnTo>
                <a:lnTo>
                  <a:pt x="1163134" y="1237088"/>
                </a:lnTo>
                <a:lnTo>
                  <a:pt x="1117253" y="1252389"/>
                </a:lnTo>
                <a:lnTo>
                  <a:pt x="1070485" y="1267312"/>
                </a:lnTo>
                <a:lnTo>
                  <a:pt x="1022821" y="1281849"/>
                </a:lnTo>
                <a:lnTo>
                  <a:pt x="974251" y="1295990"/>
                </a:lnTo>
                <a:lnTo>
                  <a:pt x="924763" y="1309726"/>
                </a:lnTo>
                <a:lnTo>
                  <a:pt x="874349" y="1323047"/>
                </a:lnTo>
                <a:lnTo>
                  <a:pt x="822998" y="1335945"/>
                </a:lnTo>
                <a:lnTo>
                  <a:pt x="770699" y="1348410"/>
                </a:lnTo>
                <a:lnTo>
                  <a:pt x="717443" y="1360433"/>
                </a:lnTo>
                <a:lnTo>
                  <a:pt x="663220" y="1372005"/>
                </a:lnTo>
                <a:lnTo>
                  <a:pt x="608019" y="1383116"/>
                </a:lnTo>
                <a:lnTo>
                  <a:pt x="551830" y="1393757"/>
                </a:lnTo>
                <a:lnTo>
                  <a:pt x="494643" y="1403918"/>
                </a:lnTo>
                <a:lnTo>
                  <a:pt x="436448" y="1413592"/>
                </a:lnTo>
                <a:lnTo>
                  <a:pt x="377234" y="1422767"/>
                </a:lnTo>
                <a:lnTo>
                  <a:pt x="316992" y="1431436"/>
                </a:lnTo>
                <a:lnTo>
                  <a:pt x="255712" y="1439588"/>
                </a:lnTo>
                <a:lnTo>
                  <a:pt x="193382" y="1447215"/>
                </a:lnTo>
                <a:lnTo>
                  <a:pt x="129994" y="1454307"/>
                </a:lnTo>
                <a:lnTo>
                  <a:pt x="65537" y="1460855"/>
                </a:lnTo>
                <a:lnTo>
                  <a:pt x="0" y="1466850"/>
                </a:lnTo>
              </a:path>
            </a:pathLst>
          </a:custGeom>
          <a:noFill xmlns:a="http://schemas.openxmlformats.org/drawingml/2006/main"/>
          <a:ln xmlns:a="http://schemas.openxmlformats.org/drawingml/2006/main" w="33338">
            <a:solidFill>
              <a:srgbClr val="34771D"/>
            </a:solidFill>
            <a:custDash>
              <a:ds d="180000" sp="180000"/>
            </a:custDash>
          </a:ln>
        </p:spPr>
      </p:sp>
      <p:sp>
        <p:nvSpPr>
          <p:cNvPr id="88" name="AI039-path-63">
            <a:extLst xmlns:a="http://schemas.openxmlformats.org/drawingml/2006/main">
              <a:ext uri="{FF2B5EF4-FFF2-40B4-BE49-F238E27FC236}">
                <a16:creationId xmlns:a16="http://schemas.microsoft.com/office/drawing/2014/main" id="{C946000F-6C36-4D7E-85F1-D0FDC418B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5716" y="3871590"/>
            <a:ext cx="188325" cy="166149"/>
          </a:xfrm>
          <a:custGeom xmlns:a="http://schemas.openxmlformats.org/drawingml/2006/main">
            <a:pathLst>
              <a:path w="188325" h="166149">
                <a:moveTo>
                  <a:pt x="173955" y="0"/>
                </a:moveTo>
                <a:lnTo>
                  <a:pt x="0" y="98741"/>
                </a:lnTo>
                <a:lnTo>
                  <a:pt x="188325" y="166149"/>
                </a:lnTo>
                <a:close/>
              </a:path>
            </a:pathLst>
          </a:custGeom>
          <a:solidFill xmlns:a="http://schemas.openxmlformats.org/drawingml/2006/main">
            <a:srgbClr val="34771D"/>
          </a:solidFill>
          <a:ln xmlns:a="http://schemas.openxmlformats.org/drawingml/2006/main" w="0">
            <a:noFill/>
          </a:ln>
        </p:spPr>
      </p:sp>
      <p:sp>
        <p:nvSpPr>
          <p:cNvPr id="89" name="Text ∇ gradient bridge">
            <a:extLst xmlns:a="http://schemas.openxmlformats.org/drawingml/2006/main">
              <a:ext uri="{FF2B5EF4-FFF2-40B4-BE49-F238E27FC236}">
                <a16:creationId xmlns:a16="http://schemas.microsoft.com/office/drawing/2014/main" id="{3B4A6278-1F3C-448F-A679-30A36EACF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740000">
            <a:off x="10419091" y="2903531"/>
            <a:ext cx="26574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4771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4771D"/>
                </a:solidFill>
                <a:latin typeface="Arial"/>
                <a:ea typeface="Arial"/>
                <a:cs typeface="Arial"/>
              </a:rPr>
              <a:t>∇ gradient bridge</a:t>
            </a:r>
          </a:p>
        </p:txBody>
      </p:sp>
      <p:sp>
        <p:nvSpPr>
          <p:cNvPr id="90" name="AI039-path-64">
            <a:extLst xmlns:a="http://schemas.openxmlformats.org/drawingml/2006/main">
              <a:ext uri="{FF2B5EF4-FFF2-40B4-BE49-F238E27FC236}">
                <a16:creationId xmlns:a16="http://schemas.microsoft.com/office/drawing/2014/main" id="{467FC52F-FA3F-48AA-A4BE-E2880D241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2741" y="3370256"/>
            <a:ext cx="781050" cy="561975"/>
          </a:xfrm>
          <a:custGeom xmlns:a="http://schemas.openxmlformats.org/drawingml/2006/main">
            <a:pathLst>
              <a:path w="781050" h="561975">
                <a:moveTo>
                  <a:pt x="781050" y="561975"/>
                </a:moveTo>
                <a:lnTo>
                  <a:pt x="780559" y="548831"/>
                </a:lnTo>
                <a:lnTo>
                  <a:pt x="779801" y="535829"/>
                </a:lnTo>
                <a:lnTo>
                  <a:pt x="778778" y="522972"/>
                </a:lnTo>
                <a:lnTo>
                  <a:pt x="777491" y="510259"/>
                </a:lnTo>
                <a:lnTo>
                  <a:pt x="775941" y="497691"/>
                </a:lnTo>
                <a:lnTo>
                  <a:pt x="774129" y="485267"/>
                </a:lnTo>
                <a:lnTo>
                  <a:pt x="772057" y="472989"/>
                </a:lnTo>
                <a:lnTo>
                  <a:pt x="769725" y="460858"/>
                </a:lnTo>
                <a:lnTo>
                  <a:pt x="767135" y="448872"/>
                </a:lnTo>
                <a:lnTo>
                  <a:pt x="764288" y="437034"/>
                </a:lnTo>
                <a:lnTo>
                  <a:pt x="761186" y="425343"/>
                </a:lnTo>
                <a:lnTo>
                  <a:pt x="757829" y="413799"/>
                </a:lnTo>
                <a:lnTo>
                  <a:pt x="754219" y="402404"/>
                </a:lnTo>
                <a:lnTo>
                  <a:pt x="750358" y="391158"/>
                </a:lnTo>
                <a:lnTo>
                  <a:pt x="746245" y="380061"/>
                </a:lnTo>
                <a:lnTo>
                  <a:pt x="741883" y="369113"/>
                </a:lnTo>
                <a:lnTo>
                  <a:pt x="737273" y="358315"/>
                </a:lnTo>
                <a:lnTo>
                  <a:pt x="732416" y="347668"/>
                </a:lnTo>
                <a:lnTo>
                  <a:pt x="727313" y="337172"/>
                </a:lnTo>
                <a:lnTo>
                  <a:pt x="721965" y="326827"/>
                </a:lnTo>
                <a:lnTo>
                  <a:pt x="716374" y="316633"/>
                </a:lnTo>
                <a:lnTo>
                  <a:pt x="710541" y="306592"/>
                </a:lnTo>
                <a:lnTo>
                  <a:pt x="704467" y="296704"/>
                </a:lnTo>
                <a:lnTo>
                  <a:pt x="698154" y="286969"/>
                </a:lnTo>
                <a:lnTo>
                  <a:pt x="691602" y="277388"/>
                </a:lnTo>
                <a:lnTo>
                  <a:pt x="684813" y="267960"/>
                </a:lnTo>
                <a:lnTo>
                  <a:pt x="677788" y="258687"/>
                </a:lnTo>
                <a:lnTo>
                  <a:pt x="670528" y="249569"/>
                </a:lnTo>
                <a:lnTo>
                  <a:pt x="663034" y="240607"/>
                </a:lnTo>
                <a:lnTo>
                  <a:pt x="655309" y="231800"/>
                </a:lnTo>
                <a:lnTo>
                  <a:pt x="647352" y="223149"/>
                </a:lnTo>
                <a:lnTo>
                  <a:pt x="639166" y="214655"/>
                </a:lnTo>
                <a:lnTo>
                  <a:pt x="630750" y="206319"/>
                </a:lnTo>
                <a:lnTo>
                  <a:pt x="622108" y="198140"/>
                </a:lnTo>
                <a:lnTo>
                  <a:pt x="613239" y="190119"/>
                </a:lnTo>
                <a:lnTo>
                  <a:pt x="604146" y="182256"/>
                </a:lnTo>
                <a:lnTo>
                  <a:pt x="594828" y="174553"/>
                </a:lnTo>
                <a:lnTo>
                  <a:pt x="585289" y="167008"/>
                </a:lnTo>
                <a:lnTo>
                  <a:pt x="575528" y="159624"/>
                </a:lnTo>
                <a:lnTo>
                  <a:pt x="565547" y="152400"/>
                </a:lnTo>
                <a:lnTo>
                  <a:pt x="555347" y="145337"/>
                </a:lnTo>
                <a:lnTo>
                  <a:pt x="544930" y="138435"/>
                </a:lnTo>
                <a:lnTo>
                  <a:pt x="534296" y="131694"/>
                </a:lnTo>
                <a:lnTo>
                  <a:pt x="523448" y="125116"/>
                </a:lnTo>
                <a:lnTo>
                  <a:pt x="512385" y="118700"/>
                </a:lnTo>
                <a:lnTo>
                  <a:pt x="501110" y="112447"/>
                </a:lnTo>
                <a:lnTo>
                  <a:pt x="489623" y="106357"/>
                </a:lnTo>
                <a:lnTo>
                  <a:pt x="477926" y="100432"/>
                </a:lnTo>
                <a:lnTo>
                  <a:pt x="466021" y="94670"/>
                </a:lnTo>
                <a:lnTo>
                  <a:pt x="453907" y="89074"/>
                </a:lnTo>
                <a:lnTo>
                  <a:pt x="441587" y="83642"/>
                </a:lnTo>
                <a:lnTo>
                  <a:pt x="429062" y="78376"/>
                </a:lnTo>
                <a:lnTo>
                  <a:pt x="416333" y="73277"/>
                </a:lnTo>
                <a:lnTo>
                  <a:pt x="403401" y="68344"/>
                </a:lnTo>
                <a:lnTo>
                  <a:pt x="390267" y="63578"/>
                </a:lnTo>
                <a:lnTo>
                  <a:pt x="376933" y="58979"/>
                </a:lnTo>
                <a:lnTo>
                  <a:pt x="363400" y="54548"/>
                </a:lnTo>
                <a:lnTo>
                  <a:pt x="349669" y="50285"/>
                </a:lnTo>
                <a:lnTo>
                  <a:pt x="335741" y="46192"/>
                </a:lnTo>
                <a:lnTo>
                  <a:pt x="321618" y="42267"/>
                </a:lnTo>
                <a:lnTo>
                  <a:pt x="307300" y="38512"/>
                </a:lnTo>
                <a:lnTo>
                  <a:pt x="292790" y="34928"/>
                </a:lnTo>
                <a:lnTo>
                  <a:pt x="278088" y="31513"/>
                </a:lnTo>
                <a:lnTo>
                  <a:pt x="263195" y="28270"/>
                </a:lnTo>
                <a:lnTo>
                  <a:pt x="248113" y="25198"/>
                </a:lnTo>
                <a:lnTo>
                  <a:pt x="232843" y="22299"/>
                </a:lnTo>
                <a:lnTo>
                  <a:pt x="217386" y="19571"/>
                </a:lnTo>
                <a:lnTo>
                  <a:pt x="201743" y="17016"/>
                </a:lnTo>
                <a:lnTo>
                  <a:pt x="185916" y="14635"/>
                </a:lnTo>
                <a:lnTo>
                  <a:pt x="169906" y="12427"/>
                </a:lnTo>
                <a:lnTo>
                  <a:pt x="153714" y="10393"/>
                </a:lnTo>
                <a:lnTo>
                  <a:pt x="137341" y="8534"/>
                </a:lnTo>
                <a:lnTo>
                  <a:pt x="120789" y="6850"/>
                </a:lnTo>
                <a:lnTo>
                  <a:pt x="104058" y="5342"/>
                </a:lnTo>
                <a:lnTo>
                  <a:pt x="87150" y="4009"/>
                </a:lnTo>
                <a:lnTo>
                  <a:pt x="70067" y="2853"/>
                </a:lnTo>
                <a:lnTo>
                  <a:pt x="52809" y="1873"/>
                </a:lnTo>
                <a:lnTo>
                  <a:pt x="35378" y="1071"/>
                </a:lnTo>
                <a:lnTo>
                  <a:pt x="17774" y="44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3338">
            <a:solidFill>
              <a:srgbClr val="34771D"/>
            </a:solidFill>
            <a:custDash>
              <a:ds d="180000" sp="180000"/>
            </a:custDash>
          </a:ln>
        </p:spPr>
      </p:sp>
      <p:sp>
        <p:nvSpPr>
          <p:cNvPr id="91" name="AI039-path-65">
            <a:extLst xmlns:a="http://schemas.openxmlformats.org/drawingml/2006/main">
              <a:ext uri="{FF2B5EF4-FFF2-40B4-BE49-F238E27FC236}">
                <a16:creationId xmlns:a16="http://schemas.microsoft.com/office/drawing/2014/main" id="{C30816CC-FB6E-4096-B311-0BDA11A57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2741" y="3301914"/>
            <a:ext cx="157240" cy="142916"/>
          </a:xfrm>
          <a:custGeom xmlns:a="http://schemas.openxmlformats.org/drawingml/2006/main">
            <a:pathLst>
              <a:path w="157240" h="142916">
                <a:moveTo>
                  <a:pt x="157240" y="0"/>
                </a:moveTo>
                <a:lnTo>
                  <a:pt x="0" y="68342"/>
                </a:lnTo>
                <a:lnTo>
                  <a:pt x="154382" y="142916"/>
                </a:lnTo>
                <a:close/>
              </a:path>
            </a:pathLst>
          </a:custGeom>
          <a:solidFill xmlns:a="http://schemas.openxmlformats.org/drawingml/2006/main">
            <a:srgbClr val="34771D"/>
          </a:solidFill>
          <a:ln xmlns:a="http://schemas.openxmlformats.org/drawingml/2006/main" w="0">
            <a:noFill/>
          </a:ln>
        </p:spPr>
      </p:sp>
      <p:sp>
        <p:nvSpPr>
          <p:cNvPr id="92" name="AI039-path-66">
            <a:extLst xmlns:a="http://schemas.openxmlformats.org/drawingml/2006/main">
              <a:ext uri="{FF2B5EF4-FFF2-40B4-BE49-F238E27FC236}">
                <a16:creationId xmlns:a16="http://schemas.microsoft.com/office/drawing/2014/main" id="{47647B19-D2F3-4CDE-B383-F94736F63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4491" y="3379781"/>
            <a:ext cx="771525" cy="514350"/>
          </a:xfrm>
          <a:custGeom xmlns:a="http://schemas.openxmlformats.org/drawingml/2006/main">
            <a:pathLst>
              <a:path w="771525" h="514350">
                <a:moveTo>
                  <a:pt x="0" y="0"/>
                </a:moveTo>
                <a:lnTo>
                  <a:pt x="5420" y="12069"/>
                </a:lnTo>
                <a:lnTo>
                  <a:pt x="10965" y="23986"/>
                </a:lnTo>
                <a:lnTo>
                  <a:pt x="16633" y="35752"/>
                </a:lnTo>
                <a:lnTo>
                  <a:pt x="22424" y="47367"/>
                </a:lnTo>
                <a:lnTo>
                  <a:pt x="28338" y="58831"/>
                </a:lnTo>
                <a:lnTo>
                  <a:pt x="34373" y="70146"/>
                </a:lnTo>
                <a:lnTo>
                  <a:pt x="40529" y="81311"/>
                </a:lnTo>
                <a:lnTo>
                  <a:pt x="46806" y="92326"/>
                </a:lnTo>
                <a:lnTo>
                  <a:pt x="53202" y="103192"/>
                </a:lnTo>
                <a:lnTo>
                  <a:pt x="59717" y="113909"/>
                </a:lnTo>
                <a:lnTo>
                  <a:pt x="66351" y="124478"/>
                </a:lnTo>
                <a:lnTo>
                  <a:pt x="73102" y="134899"/>
                </a:lnTo>
                <a:lnTo>
                  <a:pt x="79970" y="145172"/>
                </a:lnTo>
                <a:lnTo>
                  <a:pt x="86955" y="155298"/>
                </a:lnTo>
                <a:lnTo>
                  <a:pt x="94055" y="165276"/>
                </a:lnTo>
                <a:lnTo>
                  <a:pt x="101270" y="175108"/>
                </a:lnTo>
                <a:lnTo>
                  <a:pt x="108599" y="184793"/>
                </a:lnTo>
                <a:lnTo>
                  <a:pt x="116042" y="194332"/>
                </a:lnTo>
                <a:lnTo>
                  <a:pt x="123598" y="203725"/>
                </a:lnTo>
                <a:lnTo>
                  <a:pt x="131266" y="212973"/>
                </a:lnTo>
                <a:lnTo>
                  <a:pt x="139046" y="222076"/>
                </a:lnTo>
                <a:lnTo>
                  <a:pt x="146937" y="231034"/>
                </a:lnTo>
                <a:lnTo>
                  <a:pt x="154938" y="239847"/>
                </a:lnTo>
                <a:lnTo>
                  <a:pt x="163049" y="248517"/>
                </a:lnTo>
                <a:lnTo>
                  <a:pt x="171269" y="257042"/>
                </a:lnTo>
                <a:lnTo>
                  <a:pt x="179597" y="265425"/>
                </a:lnTo>
                <a:lnTo>
                  <a:pt x="188032" y="273664"/>
                </a:lnTo>
                <a:lnTo>
                  <a:pt x="196575" y="281760"/>
                </a:lnTo>
                <a:lnTo>
                  <a:pt x="205223" y="289714"/>
                </a:lnTo>
                <a:lnTo>
                  <a:pt x="213978" y="297526"/>
                </a:lnTo>
                <a:lnTo>
                  <a:pt x="222837" y="305196"/>
                </a:lnTo>
                <a:lnTo>
                  <a:pt x="231800" y="312725"/>
                </a:lnTo>
                <a:lnTo>
                  <a:pt x="240867" y="320112"/>
                </a:lnTo>
                <a:lnTo>
                  <a:pt x="250038" y="327359"/>
                </a:lnTo>
                <a:lnTo>
                  <a:pt x="259310" y="334466"/>
                </a:lnTo>
                <a:lnTo>
                  <a:pt x="268684" y="341432"/>
                </a:lnTo>
                <a:lnTo>
                  <a:pt x="278158" y="348259"/>
                </a:lnTo>
                <a:lnTo>
                  <a:pt x="287733" y="354946"/>
                </a:lnTo>
                <a:lnTo>
                  <a:pt x="297408" y="361494"/>
                </a:lnTo>
                <a:lnTo>
                  <a:pt x="307181" y="367903"/>
                </a:lnTo>
                <a:lnTo>
                  <a:pt x="317053" y="374174"/>
                </a:lnTo>
                <a:lnTo>
                  <a:pt x="327022" y="380307"/>
                </a:lnTo>
                <a:lnTo>
                  <a:pt x="337088" y="386302"/>
                </a:lnTo>
                <a:lnTo>
                  <a:pt x="347251" y="392160"/>
                </a:lnTo>
                <a:lnTo>
                  <a:pt x="357508" y="397880"/>
                </a:lnTo>
                <a:lnTo>
                  <a:pt x="367861" y="403464"/>
                </a:lnTo>
                <a:lnTo>
                  <a:pt x="378308" y="408912"/>
                </a:lnTo>
                <a:lnTo>
                  <a:pt x="388849" y="414223"/>
                </a:lnTo>
                <a:lnTo>
                  <a:pt x="399482" y="419399"/>
                </a:lnTo>
                <a:lnTo>
                  <a:pt x="410208" y="424439"/>
                </a:lnTo>
                <a:lnTo>
                  <a:pt x="421025" y="429344"/>
                </a:lnTo>
                <a:lnTo>
                  <a:pt x="431933" y="434115"/>
                </a:lnTo>
                <a:lnTo>
                  <a:pt x="442931" y="438751"/>
                </a:lnTo>
                <a:lnTo>
                  <a:pt x="454018" y="443253"/>
                </a:lnTo>
                <a:lnTo>
                  <a:pt x="465195" y="447622"/>
                </a:lnTo>
                <a:lnTo>
                  <a:pt x="476460" y="451856"/>
                </a:lnTo>
                <a:lnTo>
                  <a:pt x="487812" y="455958"/>
                </a:lnTo>
                <a:lnTo>
                  <a:pt x="499251" y="459928"/>
                </a:lnTo>
                <a:lnTo>
                  <a:pt x="510776" y="463764"/>
                </a:lnTo>
                <a:lnTo>
                  <a:pt x="522387" y="467469"/>
                </a:lnTo>
                <a:lnTo>
                  <a:pt x="534082" y="471042"/>
                </a:lnTo>
                <a:lnTo>
                  <a:pt x="545862" y="474484"/>
                </a:lnTo>
                <a:lnTo>
                  <a:pt x="557725" y="477794"/>
                </a:lnTo>
                <a:lnTo>
                  <a:pt x="569671" y="480974"/>
                </a:lnTo>
                <a:lnTo>
                  <a:pt x="581699" y="484024"/>
                </a:lnTo>
                <a:lnTo>
                  <a:pt x="593809" y="486943"/>
                </a:lnTo>
                <a:lnTo>
                  <a:pt x="606000" y="489733"/>
                </a:lnTo>
                <a:lnTo>
                  <a:pt x="618270" y="492394"/>
                </a:lnTo>
                <a:lnTo>
                  <a:pt x="630620" y="494925"/>
                </a:lnTo>
                <a:lnTo>
                  <a:pt x="643049" y="497328"/>
                </a:lnTo>
                <a:lnTo>
                  <a:pt x="655556" y="499602"/>
                </a:lnTo>
                <a:lnTo>
                  <a:pt x="668141" y="501748"/>
                </a:lnTo>
                <a:lnTo>
                  <a:pt x="680802" y="503767"/>
                </a:lnTo>
                <a:lnTo>
                  <a:pt x="693539" y="505658"/>
                </a:lnTo>
                <a:lnTo>
                  <a:pt x="706352" y="507423"/>
                </a:lnTo>
                <a:lnTo>
                  <a:pt x="719240" y="509060"/>
                </a:lnTo>
                <a:lnTo>
                  <a:pt x="732202" y="510571"/>
                </a:lnTo>
                <a:lnTo>
                  <a:pt x="745237" y="511956"/>
                </a:lnTo>
                <a:lnTo>
                  <a:pt x="758345" y="513216"/>
                </a:lnTo>
                <a:lnTo>
                  <a:pt x="771525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33338">
            <a:solidFill>
              <a:srgbClr val="34771D"/>
            </a:solidFill>
          </a:ln>
        </p:spPr>
      </p:sp>
      <p:sp>
        <p:nvSpPr>
          <p:cNvPr id="93" name="AI039-path-67">
            <a:extLst xmlns:a="http://schemas.openxmlformats.org/drawingml/2006/main">
              <a:ext uri="{FF2B5EF4-FFF2-40B4-BE49-F238E27FC236}">
                <a16:creationId xmlns:a16="http://schemas.microsoft.com/office/drawing/2014/main" id="{9AD796A8-5BAA-4469-BD39-ECDC59D7F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34907" y="3810298"/>
            <a:ext cx="161109" cy="142477"/>
          </a:xfrm>
          <a:custGeom xmlns:a="http://schemas.openxmlformats.org/drawingml/2006/main">
            <a:pathLst>
              <a:path w="161109" h="142477">
                <a:moveTo>
                  <a:pt x="0" y="142477"/>
                </a:moveTo>
                <a:lnTo>
                  <a:pt x="161109" y="83833"/>
                </a:lnTo>
                <a:lnTo>
                  <a:pt x="11552" y="0"/>
                </a:lnTo>
                <a:close/>
              </a:path>
            </a:pathLst>
          </a:custGeom>
          <a:solidFill xmlns:a="http://schemas.openxmlformats.org/drawingml/2006/main">
            <a:srgbClr val="34771D"/>
          </a:solidFill>
          <a:ln xmlns:a="http://schemas.openxmlformats.org/drawingml/2006/main" w="0">
            <a:noFill/>
          </a:ln>
        </p:spPr>
      </p:sp>
      <p:sp>
        <p:nvSpPr>
          <p:cNvPr id="94" name="Text activation&#10;patching">
            <a:extLst xmlns:a="http://schemas.openxmlformats.org/drawingml/2006/main">
              <a:ext uri="{FF2B5EF4-FFF2-40B4-BE49-F238E27FC236}">
                <a16:creationId xmlns:a16="http://schemas.microsoft.com/office/drawing/2014/main" id="{849566CA-EA94-469B-9CC2-19B1D9B3E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220000">
            <a:off x="15657841" y="2979731"/>
            <a:ext cx="1866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4771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4771D"/>
                </a:solidFill>
                <a:latin typeface="Arial"/>
                <a:ea typeface="Arial"/>
                <a:cs typeface="Arial"/>
              </a:rPr>
              <a:t>activation</a:t>
            </a:r>
          </a:p>
          <a:p xmlns:a="http://schemas.openxmlformats.org/drawingml/2006/main">
            <a:pPr algn="l">
              <a:defRPr sz="2250" b="1">
                <a:solidFill>
                  <a:srgbClr val="34771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4771D"/>
                </a:solidFill>
                <a:latin typeface="Arial"/>
                <a:ea typeface="Arial"/>
                <a:cs typeface="Arial"/>
              </a:rPr>
              <a:t>patching</a:t>
            </a:r>
          </a:p>
        </p:txBody>
      </p:sp>
      <p:sp>
        <p:nvSpPr>
          <p:cNvPr id="95" name="AI039-path-68">
            <a:extLst xmlns:a="http://schemas.openxmlformats.org/drawingml/2006/main">
              <a:ext uri="{FF2B5EF4-FFF2-40B4-BE49-F238E27FC236}">
                <a16:creationId xmlns:a16="http://schemas.microsoft.com/office/drawing/2014/main" id="{CCC55F9D-81CA-49D6-85F8-E54BC4961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716" y="4703756"/>
            <a:ext cx="13134975" cy="95"/>
          </a:xfrm>
          <a:custGeom xmlns:a="http://schemas.openxmlformats.org/drawingml/2006/main">
            <a:pathLst>
              <a:path w="13134975" h="95">
                <a:moveTo>
                  <a:pt x="0" y="0"/>
                </a:moveTo>
                <a:lnTo>
                  <a:pt x="131349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982E5"/>
            </a:solidFill>
          </a:ln>
        </p:spPr>
      </p:sp>
      <p:sp>
        <p:nvSpPr>
          <p:cNvPr id="96" name="AI039-path-69">
            <a:extLst xmlns:a="http://schemas.openxmlformats.org/drawingml/2006/main">
              <a:ext uri="{FF2B5EF4-FFF2-40B4-BE49-F238E27FC236}">
                <a16:creationId xmlns:a16="http://schemas.microsoft.com/office/drawing/2014/main" id="{FD1E2A5F-AE3A-4D2D-95FA-24E2D3844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716" y="4103681"/>
            <a:ext cx="95" cy="600075"/>
          </a:xfrm>
          <a:custGeom xmlns:a="http://schemas.openxmlformats.org/drawingml/2006/main">
            <a:pathLst>
              <a:path w="95" h="600075">
                <a:moveTo>
                  <a:pt x="0" y="6000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982E5"/>
            </a:solidFill>
          </a:ln>
        </p:spPr>
      </p:sp>
      <p:sp>
        <p:nvSpPr>
          <p:cNvPr id="97" name="AI039-path-70">
            <a:extLst xmlns:a="http://schemas.openxmlformats.org/drawingml/2006/main">
              <a:ext uri="{FF2B5EF4-FFF2-40B4-BE49-F238E27FC236}">
                <a16:creationId xmlns:a16="http://schemas.microsoft.com/office/drawing/2014/main" id="{98FA55D5-91DA-4E4B-A617-452EC118C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155" y="4103681"/>
            <a:ext cx="119121" cy="129868"/>
          </a:xfrm>
          <a:custGeom xmlns:a="http://schemas.openxmlformats.org/drawingml/2006/main">
            <a:pathLst>
              <a:path w="119121" h="129868">
                <a:moveTo>
                  <a:pt x="119121" y="129868"/>
                </a:moveTo>
                <a:lnTo>
                  <a:pt x="59560" y="0"/>
                </a:lnTo>
                <a:lnTo>
                  <a:pt x="0" y="129868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982E5"/>
            </a:solidFill>
          </a:ln>
        </p:spPr>
      </p:sp>
      <p:sp>
        <p:nvSpPr>
          <p:cNvPr id="98" name="AI039-path-71">
            <a:extLst xmlns:a="http://schemas.openxmlformats.org/drawingml/2006/main">
              <a:ext uri="{FF2B5EF4-FFF2-40B4-BE49-F238E27FC236}">
                <a16:creationId xmlns:a16="http://schemas.microsoft.com/office/drawing/2014/main" id="{FD66BCF5-A2D0-465E-83EE-A393E1560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7691" y="4151306"/>
            <a:ext cx="95" cy="552450"/>
          </a:xfrm>
          <a:custGeom xmlns:a="http://schemas.openxmlformats.org/drawingml/2006/main">
            <a:pathLst>
              <a:path w="95" h="552450">
                <a:moveTo>
                  <a:pt x="0" y="5524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982E5"/>
            </a:solidFill>
          </a:ln>
        </p:spPr>
      </p:sp>
      <p:sp>
        <p:nvSpPr>
          <p:cNvPr id="99" name="AI039-path-72">
            <a:extLst xmlns:a="http://schemas.openxmlformats.org/drawingml/2006/main">
              <a:ext uri="{FF2B5EF4-FFF2-40B4-BE49-F238E27FC236}">
                <a16:creationId xmlns:a16="http://schemas.microsoft.com/office/drawing/2014/main" id="{2A9ACED6-5BC9-4E4F-A6EF-A783458D9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98130" y="4151306"/>
            <a:ext cx="119121" cy="129868"/>
          </a:xfrm>
          <a:custGeom xmlns:a="http://schemas.openxmlformats.org/drawingml/2006/main">
            <a:pathLst>
              <a:path w="119121" h="129868">
                <a:moveTo>
                  <a:pt x="119121" y="129868"/>
                </a:moveTo>
                <a:lnTo>
                  <a:pt x="59560" y="0"/>
                </a:lnTo>
                <a:lnTo>
                  <a:pt x="0" y="129868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982E5"/>
            </a:solidFill>
          </a:ln>
        </p:spPr>
      </p:sp>
      <p:sp>
        <p:nvSpPr>
          <p:cNvPr id="100" name="AI039-path-73">
            <a:extLst xmlns:a="http://schemas.openxmlformats.org/drawingml/2006/main">
              <a:ext uri="{FF2B5EF4-FFF2-40B4-BE49-F238E27FC236}">
                <a16:creationId xmlns:a16="http://schemas.microsoft.com/office/drawing/2014/main" id="{F18B0842-6F5E-4EC3-A5EF-4DBD3B7A7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0991" y="4703756"/>
            <a:ext cx="95" cy="466725"/>
          </a:xfrm>
          <a:custGeom xmlns:a="http://schemas.openxmlformats.org/drawingml/2006/main">
            <a:pathLst>
              <a:path w="95" h="466725">
                <a:moveTo>
                  <a:pt x="0" y="4667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982E5"/>
            </a:solidFill>
          </a:ln>
        </p:spPr>
      </p:sp>
      <p:sp>
        <p:nvSpPr>
          <p:cNvPr id="101" name="AI039-74">
            <a:extLst xmlns:a="http://schemas.openxmlformats.org/drawingml/2006/main">
              <a:ext uri="{FF2B5EF4-FFF2-40B4-BE49-F238E27FC236}">
                <a16:creationId xmlns:a16="http://schemas.microsoft.com/office/drawing/2014/main" id="{199CD45D-04C3-4754-8A12-80FD6E4C3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0803" y="4641843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E88"/>
          </a:solidFill>
          <a:ln xmlns:a="http://schemas.openxmlformats.org/drawingml/2006/main" w="0">
            <a:noFill/>
          </a:ln>
        </p:spPr>
      </p:sp>
      <p:sp>
        <p:nvSpPr>
          <p:cNvPr id="102" name="AI039-75">
            <a:extLst xmlns:a="http://schemas.openxmlformats.org/drawingml/2006/main">
              <a:ext uri="{FF2B5EF4-FFF2-40B4-BE49-F238E27FC236}">
                <a16:creationId xmlns:a16="http://schemas.microsoft.com/office/drawing/2014/main" id="{64F1D2FF-BC98-4C21-B226-A21206A54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19078" y="4641843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E88"/>
          </a:solidFill>
          <a:ln xmlns:a="http://schemas.openxmlformats.org/drawingml/2006/main" w="0">
            <a:noFill/>
          </a:ln>
        </p:spPr>
      </p:sp>
      <p:sp>
        <p:nvSpPr>
          <p:cNvPr id="103" name="AI039-76">
            <a:extLst xmlns:a="http://schemas.openxmlformats.org/drawingml/2006/main">
              <a:ext uri="{FF2B5EF4-FFF2-40B4-BE49-F238E27FC236}">
                <a16:creationId xmlns:a16="http://schemas.microsoft.com/office/drawing/2014/main" id="{A5A85813-EF43-4EA1-B0E5-CFC43890E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95778" y="4641843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E88"/>
          </a:solidFill>
          <a:ln xmlns:a="http://schemas.openxmlformats.org/drawingml/2006/main" w="0">
            <a:noFill/>
          </a:ln>
        </p:spPr>
      </p:sp>
      <p:sp>
        <p:nvSpPr>
          <p:cNvPr id="104" name="AI039-path-77">
            <a:extLst xmlns:a="http://schemas.openxmlformats.org/drawingml/2006/main">
              <a:ext uri="{FF2B5EF4-FFF2-40B4-BE49-F238E27FC236}">
                <a16:creationId xmlns:a16="http://schemas.microsoft.com/office/drawing/2014/main" id="{0A23D91C-46A9-4FE3-920B-8E054A153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6191" y="4151306"/>
            <a:ext cx="3371850" cy="1019175"/>
          </a:xfrm>
          <a:custGeom xmlns:a="http://schemas.openxmlformats.org/drawingml/2006/main">
            <a:pathLst>
              <a:path w="3371850" h="1019175">
                <a:moveTo>
                  <a:pt x="0" y="1019175"/>
                </a:moveTo>
                <a:lnTo>
                  <a:pt x="0" y="762000"/>
                </a:lnTo>
                <a:lnTo>
                  <a:pt x="3371850" y="762000"/>
                </a:lnTo>
                <a:lnTo>
                  <a:pt x="33718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F86C20"/>
            </a:solidFill>
            <a:custDash>
              <a:ds d="180000" sp="180000"/>
            </a:custDash>
          </a:ln>
        </p:spPr>
      </p:sp>
      <p:sp>
        <p:nvSpPr>
          <p:cNvPr id="105" name="AI039-path-78">
            <a:extLst xmlns:a="http://schemas.openxmlformats.org/drawingml/2006/main">
              <a:ext uri="{FF2B5EF4-FFF2-40B4-BE49-F238E27FC236}">
                <a16:creationId xmlns:a16="http://schemas.microsoft.com/office/drawing/2014/main" id="{C13809D6-921D-4068-A220-D351CF4F3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8480" y="4151306"/>
            <a:ext cx="119121" cy="129868"/>
          </a:xfrm>
          <a:custGeom xmlns:a="http://schemas.openxmlformats.org/drawingml/2006/main">
            <a:pathLst>
              <a:path w="119121" h="129868">
                <a:moveTo>
                  <a:pt x="119121" y="129868"/>
                </a:moveTo>
                <a:lnTo>
                  <a:pt x="59560" y="0"/>
                </a:lnTo>
                <a:lnTo>
                  <a:pt x="0" y="129868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F86C20"/>
            </a:solidFill>
          </a:ln>
        </p:spPr>
      </p:sp>
      <p:sp>
        <p:nvSpPr>
          <p:cNvPr id="106" name="AI039-path-79">
            <a:extLst xmlns:a="http://schemas.openxmlformats.org/drawingml/2006/main">
              <a:ext uri="{FF2B5EF4-FFF2-40B4-BE49-F238E27FC236}">
                <a16:creationId xmlns:a16="http://schemas.microsoft.com/office/drawing/2014/main" id="{FDB340AE-C9FB-40D5-9F44-EB2AB2F26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81916" y="4132256"/>
            <a:ext cx="1190625" cy="1038225"/>
          </a:xfrm>
          <a:custGeom xmlns:a="http://schemas.openxmlformats.org/drawingml/2006/main">
            <a:pathLst>
              <a:path w="1190625" h="1038225">
                <a:moveTo>
                  <a:pt x="0" y="1038225"/>
                </a:moveTo>
                <a:lnTo>
                  <a:pt x="0" y="771525"/>
                </a:lnTo>
                <a:lnTo>
                  <a:pt x="1190625" y="771525"/>
                </a:lnTo>
                <a:lnTo>
                  <a:pt x="1190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F86C20"/>
            </a:solidFill>
            <a:custDash>
              <a:ds d="180000" sp="180000"/>
            </a:custDash>
          </a:ln>
        </p:spPr>
      </p:sp>
      <p:sp>
        <p:nvSpPr>
          <p:cNvPr id="107" name="AI039-path-80">
            <a:extLst xmlns:a="http://schemas.openxmlformats.org/drawingml/2006/main">
              <a:ext uri="{FF2B5EF4-FFF2-40B4-BE49-F238E27FC236}">
                <a16:creationId xmlns:a16="http://schemas.microsoft.com/office/drawing/2014/main" id="{7926353E-B149-432D-B2B6-0E4265315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12980" y="4132256"/>
            <a:ext cx="119121" cy="129868"/>
          </a:xfrm>
          <a:custGeom xmlns:a="http://schemas.openxmlformats.org/drawingml/2006/main">
            <a:pathLst>
              <a:path w="119121" h="129868">
                <a:moveTo>
                  <a:pt x="119121" y="129868"/>
                </a:moveTo>
                <a:lnTo>
                  <a:pt x="59560" y="0"/>
                </a:lnTo>
                <a:lnTo>
                  <a:pt x="0" y="129868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F86C20"/>
            </a:solidFill>
          </a:ln>
        </p:spPr>
      </p:sp>
      <p:sp>
        <p:nvSpPr>
          <p:cNvPr id="108" name="AI039-81">
            <a:extLst xmlns:a="http://schemas.openxmlformats.org/drawingml/2006/main">
              <a:ext uri="{FF2B5EF4-FFF2-40B4-BE49-F238E27FC236}">
                <a16:creationId xmlns:a16="http://schemas.microsoft.com/office/drawing/2014/main" id="{EFEF75D0-54C0-4A63-9081-C82E366F4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94278" y="4851393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B22E"/>
          </a:solidFill>
          <a:ln xmlns:a="http://schemas.openxmlformats.org/drawingml/2006/main" w="0">
            <a:noFill/>
          </a:ln>
        </p:spPr>
      </p:sp>
      <p:sp>
        <p:nvSpPr>
          <p:cNvPr id="109" name="AI039-82">
            <a:extLst xmlns:a="http://schemas.openxmlformats.org/drawingml/2006/main">
              <a:ext uri="{FF2B5EF4-FFF2-40B4-BE49-F238E27FC236}">
                <a16:creationId xmlns:a16="http://schemas.microsoft.com/office/drawing/2014/main" id="{56B1FB12-0F45-492A-9415-B0DDF4FED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66128" y="4851393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B22E"/>
          </a:solidFill>
          <a:ln xmlns:a="http://schemas.openxmlformats.org/drawingml/2006/main" w="0">
            <a:noFill/>
          </a:ln>
        </p:spPr>
      </p:sp>
      <p:sp>
        <p:nvSpPr>
          <p:cNvPr id="110" name="AI039-83">
            <a:extLst xmlns:a="http://schemas.openxmlformats.org/drawingml/2006/main">
              <a:ext uri="{FF2B5EF4-FFF2-40B4-BE49-F238E27FC236}">
                <a16:creationId xmlns:a16="http://schemas.microsoft.com/office/drawing/2014/main" id="{05F02B5C-2509-453B-BEEF-27F0E147D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720003" y="4841868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B22E"/>
          </a:solidFill>
          <a:ln xmlns:a="http://schemas.openxmlformats.org/drawingml/2006/main" w="0">
            <a:noFill/>
          </a:ln>
        </p:spPr>
      </p:sp>
      <p:sp>
        <p:nvSpPr>
          <p:cNvPr id="111" name="AI039-84">
            <a:extLst xmlns:a="http://schemas.openxmlformats.org/drawingml/2006/main">
              <a:ext uri="{FF2B5EF4-FFF2-40B4-BE49-F238E27FC236}">
                <a16:creationId xmlns:a16="http://schemas.microsoft.com/office/drawing/2014/main" id="{D2FD56A2-A3F4-4CF0-8F33-2A4A7B226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910628" y="4841868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B22E"/>
          </a:solidFill>
          <a:ln xmlns:a="http://schemas.openxmlformats.org/drawingml/2006/main" w="0">
            <a:noFill/>
          </a:ln>
        </p:spPr>
      </p:sp>
      <p:sp>
        <p:nvSpPr>
          <p:cNvPr id="112" name="AI039-85">
            <a:extLst xmlns:a="http://schemas.openxmlformats.org/drawingml/2006/main">
              <a:ext uri="{FF2B5EF4-FFF2-40B4-BE49-F238E27FC236}">
                <a16:creationId xmlns:a16="http://schemas.microsoft.com/office/drawing/2014/main" id="{D883F147-2B3A-46CB-AAC9-E4F13B7C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466" y="5094281"/>
            <a:ext cx="19450050" cy="1924050"/>
          </a:xfrm>
          <a:prstGeom xmlns:a="http://schemas.openxmlformats.org/drawingml/2006/main" prst="roundRect">
            <a:avLst>
              <a:gd name="adj" fmla="val 7921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</a:ln>
        </p:spPr>
      </p:sp>
      <p:sp>
        <p:nvSpPr>
          <p:cNvPr id="113" name="AI039-86">
            <a:extLst xmlns:a="http://schemas.openxmlformats.org/drawingml/2006/main">
              <a:ext uri="{FF2B5EF4-FFF2-40B4-BE49-F238E27FC236}">
                <a16:creationId xmlns:a16="http://schemas.microsoft.com/office/drawing/2014/main" id="{CC7CD97F-8B7E-4831-A77D-0E96DE3F0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8291" y="5170481"/>
            <a:ext cx="4495800" cy="1685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4E7"/>
          </a:solidFill>
          <a:ln xmlns:a="http://schemas.openxmlformats.org/drawingml/2006/main" w="0">
            <a:noFill/>
          </a:ln>
        </p:spPr>
      </p:sp>
      <p:sp>
        <p:nvSpPr>
          <p:cNvPr id="114" name="AI039-87">
            <a:extLst xmlns:a="http://schemas.openxmlformats.org/drawingml/2006/main">
              <a:ext uri="{FF2B5EF4-FFF2-40B4-BE49-F238E27FC236}">
                <a16:creationId xmlns:a16="http://schemas.microsoft.com/office/drawing/2014/main" id="{5E3C3CCA-BEA0-4601-81D4-629CBA656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6491" y="5170481"/>
            <a:ext cx="110680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23813">
            <a:solidFill>
              <a:srgbClr val="4C98DD"/>
            </a:solidFill>
          </a:ln>
        </p:spPr>
      </p:sp>
      <p:sp>
        <p:nvSpPr>
          <p:cNvPr id="115" name="AI039-88">
            <a:extLst xmlns:a="http://schemas.openxmlformats.org/drawingml/2006/main">
              <a:ext uri="{FF2B5EF4-FFF2-40B4-BE49-F238E27FC236}">
                <a16:creationId xmlns:a16="http://schemas.microsoft.com/office/drawing/2014/main" id="{BB28AC08-E42B-453C-9306-1B8D2ED29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76941" y="5170481"/>
            <a:ext cx="3419475" cy="1685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4E7"/>
          </a:solidFill>
          <a:ln xmlns:a="http://schemas.openxmlformats.org/drawingml/2006/main" w="0">
            <a:noFill/>
          </a:ln>
        </p:spPr>
      </p:sp>
      <p:sp>
        <p:nvSpPr>
          <p:cNvPr id="116" name="AI039-path-89">
            <a:extLst xmlns:a="http://schemas.openxmlformats.org/drawingml/2006/main">
              <a:ext uri="{FF2B5EF4-FFF2-40B4-BE49-F238E27FC236}">
                <a16:creationId xmlns:a16="http://schemas.microsoft.com/office/drawing/2014/main" id="{F7EF4095-E433-47FE-B1C4-2724AE65D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0991" y="5094281"/>
            <a:ext cx="95" cy="76200"/>
          </a:xfrm>
          <a:custGeom xmlns:a="http://schemas.openxmlformats.org/drawingml/2006/main">
            <a:pathLst>
              <a:path w="9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982E5"/>
            </a:solidFill>
          </a:ln>
        </p:spPr>
      </p:sp>
      <p:sp>
        <p:nvSpPr>
          <p:cNvPr id="117" name="AI039-path-90">
            <a:extLst xmlns:a="http://schemas.openxmlformats.org/drawingml/2006/main">
              <a:ext uri="{FF2B5EF4-FFF2-40B4-BE49-F238E27FC236}">
                <a16:creationId xmlns:a16="http://schemas.microsoft.com/office/drawing/2014/main" id="{68BFA41D-4AB2-46AF-AADC-BF772160C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6191" y="5094281"/>
            <a:ext cx="95" cy="76200"/>
          </a:xfrm>
          <a:custGeom xmlns:a="http://schemas.openxmlformats.org/drawingml/2006/main">
            <a:pathLst>
              <a:path w="9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F86C20"/>
            </a:solidFill>
            <a:custDash>
              <a:ds d="180000" sp="180000"/>
            </a:custDash>
          </a:ln>
        </p:spPr>
      </p:sp>
      <p:sp>
        <p:nvSpPr>
          <p:cNvPr id="118" name="AI039-path-91">
            <a:extLst xmlns:a="http://schemas.openxmlformats.org/drawingml/2006/main">
              <a:ext uri="{FF2B5EF4-FFF2-40B4-BE49-F238E27FC236}">
                <a16:creationId xmlns:a16="http://schemas.microsoft.com/office/drawing/2014/main" id="{6F482CCA-CF1E-4DC8-A2D2-902E1EBA5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81916" y="5094281"/>
            <a:ext cx="95" cy="76200"/>
          </a:xfrm>
          <a:custGeom xmlns:a="http://schemas.openxmlformats.org/drawingml/2006/main">
            <a:pathLst>
              <a:path w="9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F86C20"/>
            </a:solidFill>
            <a:custDash>
              <a:ds d="180000" sp="180000"/>
            </a:custDash>
          </a:ln>
        </p:spPr>
      </p:sp>
      <p:pic>
        <p:nvPicPr>
          <p:cNvPr id="2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eed18f3a994ac7"/>
          <a:stretch xmlns:a="http://schemas.openxmlformats.org/drawingml/2006/main"/>
        </p:blipFill>
        <p:spPr>
          <a:xfrm xmlns:a="http://schemas.openxmlformats.org/drawingml/2006/main">
            <a:off x="170412" y="5275256"/>
            <a:ext cx="513907" cy="381000"/>
          </a:xfrm>
          <a:prstGeom xmlns:a="http://schemas.openxmlformats.org/drawingml/2006/main" prst="rect">
            <a:avLst/>
          </a:prstGeom>
        </p:spPr>
      </p:pic>
      <p:sp>
        <p:nvSpPr>
          <p:cNvPr id="120" name="Text ToM Question">
            <a:extLst xmlns:a="http://schemas.openxmlformats.org/drawingml/2006/main">
              <a:ext uri="{FF2B5EF4-FFF2-40B4-BE49-F238E27FC236}">
                <a16:creationId xmlns:a16="http://schemas.microsoft.com/office/drawing/2014/main" id="{21F60F08-DB7D-445F-9936-39C6C4A00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4091" y="5284781"/>
            <a:ext cx="36099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ToM Question</a:t>
            </a:r>
          </a:p>
        </p:txBody>
      </p:sp>
      <p:sp>
        <p:nvSpPr>
          <p:cNvPr id="121" name="Text What does Agent 1 believe about Agent&#10;2’s preferences (High, Medium, Low) for&#10;the items: Food, Water, Firewood?">
            <a:extLst xmlns:a="http://schemas.openxmlformats.org/drawingml/2006/main">
              <a:ext uri="{FF2B5EF4-FFF2-40B4-BE49-F238E27FC236}">
                <a16:creationId xmlns:a16="http://schemas.microsoft.com/office/drawing/2014/main" id="{37F40741-FDEE-412C-B76F-D7FC0456D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5916" y="5741981"/>
            <a:ext cx="4429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What does </a:t>
            </a:r>
            <a:r>
              <a:rPr sz="19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Agent 1 believe about Agent</a:t>
            </a:r>
          </a:p>
          <a:p xmlns:a="http://schemas.openxmlformats.org/drawingml/2006/main">
            <a:pPr algn="l">
              <a:defRPr sz="19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2’s</a:t>
            </a:r>
            <a:r>
              <a:rPr sz="19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preferences (High, Medium, Low) for</a:t>
            </a:r>
          </a:p>
          <a:p xmlns:a="http://schemas.openxmlformats.org/drawingml/2006/main">
            <a:pPr algn="l">
              <a:defRPr sz="19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items: Food, Water, Firewood?</a:t>
            </a:r>
          </a:p>
        </p:txBody>
      </p:sp>
      <p:pic>
        <p:nvPicPr>
          <p:cNvPr id="2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612a34d09241dd"/>
          <a:stretch xmlns:a="http://schemas.openxmlformats.org/drawingml/2006/main"/>
        </p:blipFill>
        <p:spPr>
          <a:xfrm xmlns:a="http://schemas.openxmlformats.org/drawingml/2006/main">
            <a:off x="4914911" y="5246681"/>
            <a:ext cx="435610" cy="400050"/>
          </a:xfrm>
          <a:prstGeom xmlns:a="http://schemas.openxmlformats.org/drawingml/2006/main" prst="rect">
            <a:avLst/>
          </a:prstGeom>
        </p:spPr>
      </p:pic>
      <p:sp>
        <p:nvSpPr>
          <p:cNvPr id="123" name="Text Dialogue History">
            <a:extLst xmlns:a="http://schemas.openxmlformats.org/drawingml/2006/main">
              <a:ext uri="{FF2B5EF4-FFF2-40B4-BE49-F238E27FC236}">
                <a16:creationId xmlns:a16="http://schemas.microsoft.com/office/drawing/2014/main" id="{F44BB34B-976F-43CC-BCF7-F51D4AADC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89916" y="5275256"/>
            <a:ext cx="600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Dialogue History</a:t>
            </a:r>
          </a:p>
        </p:txBody>
      </p:sp>
      <p:sp>
        <p:nvSpPr>
          <p:cNvPr id="124" name="AI039-92">
            <a:extLst xmlns:a="http://schemas.openxmlformats.org/drawingml/2006/main">
              <a:ext uri="{FF2B5EF4-FFF2-40B4-BE49-F238E27FC236}">
                <a16:creationId xmlns:a16="http://schemas.microsoft.com/office/drawing/2014/main" id="{20F773F0-E0D1-44D4-AE96-D4A89718C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23166" y="5637206"/>
            <a:ext cx="108966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EBF3"/>
          </a:solidFill>
          <a:ln xmlns:a="http://schemas.openxmlformats.org/drawingml/2006/main" w="0">
            <a:noFill/>
          </a:ln>
        </p:spPr>
      </p:sp>
      <p:sp>
        <p:nvSpPr>
          <p:cNvPr id="125" name="AI039-93">
            <a:extLst xmlns:a="http://schemas.openxmlformats.org/drawingml/2006/main">
              <a:ext uri="{FF2B5EF4-FFF2-40B4-BE49-F238E27FC236}">
                <a16:creationId xmlns:a16="http://schemas.microsoft.com/office/drawing/2014/main" id="{91C006E8-97A2-4928-9FB8-3CA0089AE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23166" y="6142031"/>
            <a:ext cx="10896600" cy="657225"/>
          </a:xfrm>
          <a:prstGeom xmlns:a="http://schemas.openxmlformats.org/drawingml/2006/main" prst="roundRect">
            <a:avLst>
              <a:gd name="adj" fmla="val 39130"/>
            </a:avLst>
          </a:prstGeom>
          <a:solidFill xmlns:a="http://schemas.openxmlformats.org/drawingml/2006/main">
            <a:srgbClr val="E4EBF3"/>
          </a:solidFill>
          <a:ln xmlns:a="http://schemas.openxmlformats.org/drawingml/2006/main" w="0">
            <a:noFill/>
          </a:ln>
        </p:spPr>
      </p:sp>
      <p:sp>
        <p:nvSpPr>
          <p:cNvPr id="126" name="Text Agent 1: If I only get 1 food, then I would like 2 firewood. So you get 2 food, 1 firewood, and 1water.">
            <a:extLst xmlns:a="http://schemas.openxmlformats.org/drawingml/2006/main">
              <a:ext uri="{FF2B5EF4-FFF2-40B4-BE49-F238E27FC236}">
                <a16:creationId xmlns:a16="http://schemas.microsoft.com/office/drawing/2014/main" id="{F4F2C4F9-79AB-479B-9DAE-A2FC11CBC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08916" y="5665781"/>
            <a:ext cx="105060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4444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>
                <a:solidFill>
                  <a:srgbClr val="444444"/>
                </a:solidFill>
                <a:latin typeface="Times New Roman"/>
                <a:ea typeface="Times New Roman"/>
                <a:cs typeface="Times New Roman"/>
              </a:rPr>
              <a:t>Agent 1:</a:t>
            </a:r>
            <a:r>
              <a:rPr sz="1950" b="0">
                <a:solidFill>
                  <a:srgbClr val="444444"/>
                </a:solidFill>
                <a:latin typeface="Times New Roman"/>
                <a:ea typeface="Times New Roman"/>
                <a:cs typeface="Times New Roman"/>
              </a:rPr>
              <a:t> If I only get 1 food, then I would like 2 firewood. So </a:t>
            </a:r>
            <a:r>
              <a:rPr sz="1950" b="1">
                <a:solidFill>
                  <a:srgbClr val="60964B"/>
                </a:solidFill>
                <a:latin typeface="Times New Roman"/>
                <a:ea typeface="Times New Roman"/>
                <a:cs typeface="Times New Roman"/>
              </a:rPr>
              <a:t>you get 2 food,</a:t>
            </a:r>
            <a:r>
              <a:rPr sz="1950" b="0">
                <a:solidFill>
                  <a:srgbClr val="444444"/>
                </a:solidFill>
                <a:latin typeface="Times New Roman"/>
                <a:ea typeface="Times New Roman"/>
                <a:cs typeface="Times New Roman"/>
              </a:rPr>
              <a:t> 1 firewood, and 1water.</a:t>
            </a:r>
          </a:p>
        </p:txBody>
      </p:sp>
      <p:sp>
        <p:nvSpPr>
          <p:cNvPr id="127" name="Text Agent 2: No i do not need water, as i am camping near a potable stream. I would like 2 firewood. It is&#10;only fair that i get two firewood, since you are getting more supplies">
            <a:extLst xmlns:a="http://schemas.openxmlformats.org/drawingml/2006/main">
              <a:ext uri="{FF2B5EF4-FFF2-40B4-BE49-F238E27FC236}">
                <a16:creationId xmlns:a16="http://schemas.microsoft.com/office/drawing/2014/main" id="{09FBE59F-79D6-431A-9992-3BC93A455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94616" y="6161081"/>
            <a:ext cx="10687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4444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>
                <a:solidFill>
                  <a:srgbClr val="444444"/>
                </a:solidFill>
                <a:latin typeface="Times New Roman"/>
                <a:ea typeface="Times New Roman"/>
                <a:cs typeface="Times New Roman"/>
              </a:rPr>
              <a:t>Agent 2:</a:t>
            </a:r>
            <a:r>
              <a:rPr sz="1950" b="0">
                <a:solidFill>
                  <a:srgbClr val="444444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950" b="1">
                <a:solidFill>
                  <a:srgbClr val="444444"/>
                </a:solidFill>
                <a:latin typeface="Times New Roman"/>
                <a:ea typeface="Times New Roman"/>
                <a:cs typeface="Times New Roman"/>
              </a:rPr>
              <a:t>No i do not need water,</a:t>
            </a:r>
            <a:r>
              <a:rPr sz="1950" b="0">
                <a:solidFill>
                  <a:srgbClr val="444444"/>
                </a:solidFill>
                <a:latin typeface="Times New Roman"/>
                <a:ea typeface="Times New Roman"/>
                <a:cs typeface="Times New Roman"/>
              </a:rPr>
              <a:t> as i am camping near a potable stream. </a:t>
            </a:r>
            <a:r>
              <a:rPr sz="1950" b="1">
                <a:solidFill>
                  <a:srgbClr val="60964B"/>
                </a:solidFill>
                <a:latin typeface="Times New Roman"/>
                <a:ea typeface="Times New Roman"/>
                <a:cs typeface="Times New Roman"/>
              </a:rPr>
              <a:t>I would like 2 firewood.</a:t>
            </a:r>
            <a:r>
              <a:rPr sz="1950" b="0">
                <a:solidFill>
                  <a:srgbClr val="444444"/>
                </a:solidFill>
                <a:latin typeface="Times New Roman"/>
                <a:ea typeface="Times New Roman"/>
                <a:cs typeface="Times New Roman"/>
              </a:rPr>
              <a:t> It is</a:t>
            </a:r>
          </a:p>
          <a:p xmlns:a="http://schemas.openxmlformats.org/drawingml/2006/main">
            <a:pPr algn="l">
              <a:defRPr sz="1950" b="0">
                <a:solidFill>
                  <a:srgbClr val="4444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444444"/>
                </a:solidFill>
                <a:latin typeface="Times New Roman"/>
                <a:ea typeface="Times New Roman"/>
                <a:cs typeface="Times New Roman"/>
              </a:rPr>
              <a:t>only fair that i get two firewood, since you are getting more supplies</a:t>
            </a:r>
          </a:p>
        </p:txBody>
      </p:sp>
      <p:pic>
        <p:nvPicPr>
          <p:cNvPr id="2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75c70e9e2c4750"/>
          <a:stretch xmlns:a="http://schemas.openxmlformats.org/drawingml/2006/main"/>
        </p:blipFill>
        <p:spPr>
          <a:xfrm xmlns:a="http://schemas.openxmlformats.org/drawingml/2006/main">
            <a:off x="16086466" y="5238049"/>
            <a:ext cx="428625" cy="455414"/>
          </a:xfrm>
          <a:prstGeom xmlns:a="http://schemas.openxmlformats.org/drawingml/2006/main" prst="rect">
            <a:avLst/>
          </a:prstGeom>
        </p:spPr>
      </p:pic>
      <p:sp>
        <p:nvSpPr>
          <p:cNvPr id="129" name="Text Task Instruction">
            <a:extLst xmlns:a="http://schemas.openxmlformats.org/drawingml/2006/main">
              <a:ext uri="{FF2B5EF4-FFF2-40B4-BE49-F238E27FC236}">
                <a16:creationId xmlns:a16="http://schemas.microsoft.com/office/drawing/2014/main" id="{F072E2FE-E479-4BF0-BC93-2A32D9B5D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619866" y="5332406"/>
            <a:ext cx="28670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Task Instruction</a:t>
            </a:r>
          </a:p>
        </p:txBody>
      </p:sp>
      <p:sp>
        <p:nvSpPr>
          <p:cNvPr id="130" name="Text Give the next utterance&#10;considering the other agent’s&#10;desires, beliefs, and intentions.">
            <a:extLst xmlns:a="http://schemas.openxmlformats.org/drawingml/2006/main">
              <a:ext uri="{FF2B5EF4-FFF2-40B4-BE49-F238E27FC236}">
                <a16:creationId xmlns:a16="http://schemas.microsoft.com/office/drawing/2014/main" id="{FB29B6C3-2A3E-49BA-A913-62B0A6848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24566" y="5751506"/>
            <a:ext cx="32766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Give the </a:t>
            </a:r>
            <a:r>
              <a:rPr sz="19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next utterance</a:t>
            </a:r>
          </a:p>
          <a:p xmlns:a="http://schemas.openxmlformats.org/drawingml/2006/main">
            <a:pPr algn="l">
              <a:defRPr sz="19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considering the other agent’s</a:t>
            </a:r>
          </a:p>
          <a:p xmlns:a="http://schemas.openxmlformats.org/drawingml/2006/main">
            <a:pPr algn="l">
              <a:defRPr sz="19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desires, beliefs, and intentions.</a:t>
            </a:r>
          </a:p>
        </p:txBody>
      </p:sp>
    </p:spTree>
    <p:extLst>
      <p:ext uri="{BB962C8B-B14F-4D97-AF65-F5344CB8AC3E}">
        <p14:creationId xmlns:p14="http://schemas.microsoft.com/office/powerpoint/2010/main" val="2167518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2026-09-05T17:37:34.0980000Z</dcterms:created>
  <dcterms:modified xsi:type="dcterms:W3CDTF">2026-09-05T17:37:34.0980000Z</dcterms:modified>
</coreProperties>
</file>